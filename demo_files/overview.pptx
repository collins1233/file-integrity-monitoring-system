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Integrity Monitor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MODIFIED slide text.</a:t>
            </a:r>
          </a:p>
          <a:p>
            <a:r>
              <a:t>This change should appear in the integrity check.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—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 file types supported</a:t>
            </a:r>
          </a:p>
          <a:p>
            <a:r>
              <a:t>• Side-by-side diff</a:t>
            </a:r>
          </a:p>
          <a:p>
            <a:r>
              <a:t>• Restore from backup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