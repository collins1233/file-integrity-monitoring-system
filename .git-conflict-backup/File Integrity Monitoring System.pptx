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3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Lora" pitchFamily="2" charset="0"/>
      <p:regular r:id="rId10"/>
    </p:embeddedFont>
    <p:embeddedFont>
      <p:font typeface="Lora Bold" panose="020B0604020202020204" charset="0"/>
      <p:regular r:id="rId11"/>
    </p:embeddedFont>
    <p:embeddedFont>
      <p:font typeface="Source Sans 3" panose="020B0604020202020204" charset="0"/>
      <p:regular r:id="rId12"/>
    </p:embeddedFont>
    <p:embeddedFont>
      <p:font typeface="Source Sans 3 Bold" panose="020B0604020202020204" charset="0"/>
      <p:regular r:id="rId13"/>
    </p:embeddedFont>
    <p:embeddedFont>
      <p:font typeface="Source Sans 3 Medium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8AB0B4-81B2-6092-700A-31277B410A86}" name="Collins  Mawulolo Agbledzorwu" initials="CM" userId="S::Collins@ismartghana.com::8d102745-5c2e-4513-8752-a608464896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A11D6F-7AEF-4603-A4D0-4A2183860DAA}" authorId="{FF8AB0B4-81B2-6092-700A-31277B410A86}" created="2026-07-09T12:20:50.204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GH"/>
          <a:t>Generating a baseline means taking a trusted "snapshot" of all the files in a folder so the system knows what they originally looked like.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33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00017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File Integrity Monitoring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664544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lightweight File Integrity Monitoring System that  verifies the integrity of important business files, helping organizations quickly detect unauthorized or unexpected changes.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8429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 SMEs Face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48668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small and medium businesses have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 affordable way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monitor critical files for unauthorized changes. The result?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656308"/>
            <a:ext cx="3973637" cy="1092398"/>
          </a:xfrm>
          <a:prstGeom prst="roundRect">
            <a:avLst>
              <a:gd name="adj" fmla="val 2054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673150" y="1805880"/>
            <a:ext cx="3674492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🔍</a:t>
            </a: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Undetected File Modifications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3150" y="2120354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Important business files can be changed without anyone realizing that the content has been altered.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46786" y="1656308"/>
            <a:ext cx="3973637" cy="1092398"/>
          </a:xfrm>
          <a:prstGeom prst="roundRect">
            <a:avLst>
              <a:gd name="adj" fmla="val 2054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8" name="Text 6"/>
          <p:cNvSpPr/>
          <p:nvPr/>
        </p:nvSpPr>
        <p:spPr>
          <a:xfrm>
            <a:off x="4796358" y="1805880"/>
            <a:ext cx="3674492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🗑️</a:t>
            </a: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Accidental Deletions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96358" y="2120354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Files vanish without a trace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3577" y="2898279"/>
            <a:ext cx="3973637" cy="1660922"/>
          </a:xfrm>
          <a:prstGeom prst="roundRect">
            <a:avLst>
              <a:gd name="adj" fmla="val 135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1" name="Text 9"/>
          <p:cNvSpPr/>
          <p:nvPr/>
        </p:nvSpPr>
        <p:spPr>
          <a:xfrm>
            <a:off x="673150" y="3047851"/>
            <a:ext cx="3674492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📂</a:t>
            </a: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Unnoticed New Files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3150" y="3362325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files can appear in monitored folders without users realizing they have been added.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46786" y="2898279"/>
            <a:ext cx="3973637" cy="1660922"/>
          </a:xfrm>
          <a:prstGeom prst="roundRect">
            <a:avLst>
              <a:gd name="adj" fmla="val 135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4" name="Text 12"/>
          <p:cNvSpPr/>
          <p:nvPr/>
        </p:nvSpPr>
        <p:spPr>
          <a:xfrm>
            <a:off x="4796358" y="3047851"/>
            <a:ext cx="3674492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📊</a:t>
            </a: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No Simple Integrity Verification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96358" y="3362325"/>
            <a:ext cx="3674492" cy="1047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SMEs do not have an affordable way to regularly verify that their important files remain unchanged and trustworthy.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3544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It Is — Simply Put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174677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creates a </a:t>
            </a: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trusted fingerprint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every file in a monitored folder using SHA-256 hashing. On every rescan, it compares current fingerprints to the baseline and </a:t>
            </a:r>
            <a:r>
              <a:rPr lang="en-US" sz="1150" b="1" dirty="0">
                <a:solidFill>
                  <a:srgbClr val="F98AC7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instantly flags any changes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821707"/>
            <a:ext cx="2599209" cy="886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400" y="2990329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Modified Files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68400" y="3300040"/>
            <a:ext cx="21857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Content was changed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358" y="2821707"/>
            <a:ext cx="2599209" cy="886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17181" y="2990329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Deleted Files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517181" y="3300040"/>
            <a:ext cx="21857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Files that disappeared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1139" y="2821707"/>
            <a:ext cx="2599283" cy="886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5962" y="2990329"/>
            <a:ext cx="21858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Files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5962" y="3300040"/>
            <a:ext cx="218583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Unknown files added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743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764" y="1296665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999" y="3500745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 &amp; Alert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5211" y="3393717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Rescan &amp; Compare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73521" y="3393717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Baseline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59443" y="3500745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Select Folder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346600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080969-72E0-B6C8-6F73-90283388B5C7}"/>
              </a:ext>
            </a:extLst>
          </p:cNvPr>
          <p:cNvSpPr txBox="1"/>
          <p:nvPr/>
        </p:nvSpPr>
        <p:spPr>
          <a:xfrm rot="10800000" flipH="1" flipV="1">
            <a:off x="7224601" y="4143129"/>
            <a:ext cx="185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H" sz="900" dirty="0">
                <a:solidFill>
                  <a:schemeClr val="bg1"/>
                </a:solidFill>
              </a:rPr>
              <a:t>Generating a baseline means taking a trusted "snapshot" of all the files in a folder so the system knows what they originally looked like.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70958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373957"/>
            <a:ext cx="299219" cy="2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99" y="2425378"/>
            <a:ext cx="208805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Folder Selection &amp; Monitoring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09799" y="2955057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any folder to watch — simple and flexible.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2373957"/>
            <a:ext cx="299219" cy="299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71081" y="2425378"/>
            <a:ext cx="208805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SHA-256 Baseline Creation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71081" y="2955057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Cryptographically secure hash of every file at rest.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6143" y="2373957"/>
            <a:ext cx="299219" cy="299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32364" y="2425378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Alerts &amp; Logs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32364" y="2735089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Integrity reports are available after process is completed.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5801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It's For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8" y="1809390"/>
            <a:ext cx="1092622" cy="10926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9777" y="1873448"/>
            <a:ext cx="699269" cy="95250"/>
          </a:xfrm>
          <a:prstGeom prst="roundRect">
            <a:avLst>
              <a:gd name="adj" fmla="val 36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Text 2"/>
          <p:cNvSpPr/>
          <p:nvPr/>
        </p:nvSpPr>
        <p:spPr>
          <a:xfrm>
            <a:off x="637877" y="1885578"/>
            <a:ext cx="623069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991B1B"/>
                </a:solidFill>
                <a:latin typeface="Source Sans 3 Medium" pitchFamily="34" charset="0"/>
                <a:ea typeface="Source Sans 3 Medium" pitchFamily="34" charset="-122"/>
                <a:cs typeface="Source Sans 3 Medium" pitchFamily="34" charset="-120"/>
              </a:rPr>
              <a:t> Error uploading image.</a:t>
            </a:r>
            <a:endParaRPr lang="en-US" sz="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1885578"/>
            <a:ext cx="57150" cy="57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77" y="3076873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3577" y="3386584"/>
            <a:ext cx="188394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Affordable protection without enterprise complexity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4521" y="1797248"/>
            <a:ext cx="1092622" cy="10926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94521" y="3076873"/>
            <a:ext cx="188394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Educational Institutions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594521" y="3606552"/>
            <a:ext cx="188394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Guard student records and academic files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464" y="1797248"/>
            <a:ext cx="1092622" cy="10926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5464" y="3076873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Healthcare Facilities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5464" y="3386584"/>
            <a:ext cx="188394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sensitive patient data for compliance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407" y="1797248"/>
            <a:ext cx="1092696" cy="10926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36407" y="3076947"/>
            <a:ext cx="188401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Admins &amp; Security Teams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736407" y="3606626"/>
            <a:ext cx="188401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Practical, lightweight tool for daily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8134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It Matters for Your Business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2120578"/>
            <a:ext cx="2599209" cy="1641500"/>
          </a:xfrm>
          <a:prstGeom prst="roundRect">
            <a:avLst>
              <a:gd name="adj" fmla="val 1367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673150" y="2270150"/>
            <a:ext cx="230006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350" b="1" dirty="0">
                <a:solidFill>
                  <a:srgbClr val="D6E5E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Protects File Integrity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3150" y="2584624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modified, deleted, and newly added files.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72358" y="2120578"/>
            <a:ext cx="2599209" cy="1641500"/>
          </a:xfrm>
          <a:prstGeom prst="roundRect">
            <a:avLst>
              <a:gd name="adj" fmla="val 1367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3421931" y="2270150"/>
            <a:ext cx="230006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⚠️</a:t>
            </a: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350" b="1" dirty="0">
                <a:solidFill>
                  <a:srgbClr val="D6E5E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Early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931" y="2584624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unexpected file changes before they impact operations.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139" y="2120578"/>
            <a:ext cx="2599283" cy="1641500"/>
          </a:xfrm>
          <a:prstGeom prst="roundRect">
            <a:avLst>
              <a:gd name="adj" fmla="val 1367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6170712" y="2270150"/>
            <a:ext cx="2300139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📁</a:t>
            </a: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350" b="1" dirty="0">
                <a:solidFill>
                  <a:srgbClr val="D6E5E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Improves Document   Control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0712" y="2804592"/>
            <a:ext cx="2300139" cy="8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Helps maintain accurate and trustworthy business records.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354</Words>
  <Application>Microsoft Office PowerPoint</Application>
  <PresentationFormat>On-screen Show (16:9)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Lora Bold</vt:lpstr>
      <vt:lpstr>Source Sans 3 Medium</vt:lpstr>
      <vt:lpstr>Source Sans 3</vt:lpstr>
      <vt:lpstr>Arial</vt:lpstr>
      <vt:lpstr>Lora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Collins  Mawulolo Agbledzorwu</dc:creator>
  <cp:lastModifiedBy>Collins  Mawulolo Agbledzorwu</cp:lastModifiedBy>
  <cp:revision>2</cp:revision>
  <dcterms:created xsi:type="dcterms:W3CDTF">2026-07-09T12:19:05Z</dcterms:created>
  <dcterms:modified xsi:type="dcterms:W3CDTF">2026-07-09T15:18:29Z</dcterms:modified>
</cp:coreProperties>
</file>