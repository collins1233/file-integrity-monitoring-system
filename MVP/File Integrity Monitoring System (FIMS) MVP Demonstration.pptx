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F70C0F-C9D5-4D7A-BAA2-7D2C8CB05403}" v="4" dt="2026-08-03T09:49:21.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lins  Mawulolo Agbledzorwu" userId="8d102745-5c2e-4513-8752-a608464896b7" providerId="ADAL" clId="{67D96C14-656E-41D3-AAF2-BBE765964A19}"/>
    <pc:docChg chg="undo custSel delSld modSld">
      <pc:chgData name="Collins  Mawulolo Agbledzorwu" userId="8d102745-5c2e-4513-8752-a608464896b7" providerId="ADAL" clId="{67D96C14-656E-41D3-AAF2-BBE765964A19}" dt="2026-08-03T09:49:21.951" v="263" actId="14826"/>
      <pc:docMkLst>
        <pc:docMk/>
      </pc:docMkLst>
      <pc:sldChg chg="delSp modSp mod">
        <pc:chgData name="Collins  Mawulolo Agbledzorwu" userId="8d102745-5c2e-4513-8752-a608464896b7" providerId="ADAL" clId="{67D96C14-656E-41D3-AAF2-BBE765964A19}" dt="2026-08-03T08:41:30.131" v="110" actId="20577"/>
        <pc:sldMkLst>
          <pc:docMk/>
          <pc:sldMk cId="0" sldId="256"/>
        </pc:sldMkLst>
        <pc:spChg chg="mod">
          <ac:chgData name="Collins  Mawulolo Agbledzorwu" userId="8d102745-5c2e-4513-8752-a608464896b7" providerId="ADAL" clId="{67D96C14-656E-41D3-AAF2-BBE765964A19}" dt="2026-08-03T08:41:30.131" v="110" actId="20577"/>
          <ac:spMkLst>
            <pc:docMk/>
            <pc:sldMk cId="0" sldId="256"/>
            <ac:spMk id="8" creationId="{00000000-0000-0000-0000-000000000000}"/>
          </ac:spMkLst>
        </pc:spChg>
        <pc:picChg chg="mod">
          <ac:chgData name="Collins  Mawulolo Agbledzorwu" userId="8d102745-5c2e-4513-8752-a608464896b7" providerId="ADAL" clId="{67D96C14-656E-41D3-AAF2-BBE765964A19}" dt="2026-08-03T08:07:49.569" v="52" actId="1076"/>
          <ac:picMkLst>
            <pc:docMk/>
            <pc:sldMk cId="0" sldId="256"/>
            <ac:picMk id="3" creationId="{00000000-0000-0000-0000-000000000000}"/>
          </ac:picMkLst>
        </pc:picChg>
        <pc:picChg chg="mod">
          <ac:chgData name="Collins  Mawulolo Agbledzorwu" userId="8d102745-5c2e-4513-8752-a608464896b7" providerId="ADAL" clId="{67D96C14-656E-41D3-AAF2-BBE765964A19}" dt="2026-07-31T11:59:21.096" v="18" actId="1076"/>
          <ac:picMkLst>
            <pc:docMk/>
            <pc:sldMk cId="0" sldId="256"/>
            <ac:picMk id="4" creationId="{00000000-0000-0000-0000-000000000000}"/>
          </ac:picMkLst>
        </pc:picChg>
      </pc:sldChg>
      <pc:sldChg chg="delSp modSp mod">
        <pc:chgData name="Collins  Mawulolo Agbledzorwu" userId="8d102745-5c2e-4513-8752-a608464896b7" providerId="ADAL" clId="{67D96C14-656E-41D3-AAF2-BBE765964A19}" dt="2026-08-03T09:49:21.951" v="263" actId="14826"/>
        <pc:sldMkLst>
          <pc:docMk/>
          <pc:sldMk cId="0" sldId="257"/>
        </pc:sldMkLst>
        <pc:spChg chg="mod">
          <ac:chgData name="Collins  Mawulolo Agbledzorwu" userId="8d102745-5c2e-4513-8752-a608464896b7" providerId="ADAL" clId="{67D96C14-656E-41D3-AAF2-BBE765964A19}" dt="2026-07-31T11:36:53.696" v="16" actId="1076"/>
          <ac:spMkLst>
            <pc:docMk/>
            <pc:sldMk cId="0" sldId="257"/>
            <ac:spMk id="19" creationId="{00000000-0000-0000-0000-000000000000}"/>
          </ac:spMkLst>
        </pc:spChg>
        <pc:spChg chg="mod">
          <ac:chgData name="Collins  Mawulolo Agbledzorwu" userId="8d102745-5c2e-4513-8752-a608464896b7" providerId="ADAL" clId="{67D96C14-656E-41D3-AAF2-BBE765964A19}" dt="2026-07-31T11:32:09.473" v="1" actId="1076"/>
          <ac:spMkLst>
            <pc:docMk/>
            <pc:sldMk cId="0" sldId="257"/>
            <ac:spMk id="20" creationId="{00000000-0000-0000-0000-000000000000}"/>
          </ac:spMkLst>
        </pc:spChg>
        <pc:picChg chg="mod">
          <ac:chgData name="Collins  Mawulolo Agbledzorwu" userId="8d102745-5c2e-4513-8752-a608464896b7" providerId="ADAL" clId="{67D96C14-656E-41D3-AAF2-BBE765964A19}" dt="2026-07-31T11:39:55.431" v="17" actId="1076"/>
          <ac:picMkLst>
            <pc:docMk/>
            <pc:sldMk cId="0" sldId="257"/>
            <ac:picMk id="2" creationId="{00000000-0000-0000-0000-000000000000}"/>
          </ac:picMkLst>
        </pc:picChg>
        <pc:picChg chg="mod">
          <ac:chgData name="Collins  Mawulolo Agbledzorwu" userId="8d102745-5c2e-4513-8752-a608464896b7" providerId="ADAL" clId="{67D96C14-656E-41D3-AAF2-BBE765964A19}" dt="2026-08-03T09:49:21.951" v="263" actId="14826"/>
          <ac:picMkLst>
            <pc:docMk/>
            <pc:sldMk cId="0" sldId="257"/>
            <ac:picMk id="4" creationId="{00000000-0000-0000-0000-000000000000}"/>
          </ac:picMkLst>
        </pc:picChg>
        <pc:picChg chg="del mod">
          <ac:chgData name="Collins  Mawulolo Agbledzorwu" userId="8d102745-5c2e-4513-8752-a608464896b7" providerId="ADAL" clId="{67D96C14-656E-41D3-AAF2-BBE765964A19}" dt="2026-08-03T09:49:13.993" v="262" actId="21"/>
          <ac:picMkLst>
            <pc:docMk/>
            <pc:sldMk cId="0" sldId="257"/>
            <ac:picMk id="6" creationId="{00000000-0000-0000-0000-000000000000}"/>
          </ac:picMkLst>
        </pc:picChg>
      </pc:sldChg>
      <pc:sldChg chg="modSp mod">
        <pc:chgData name="Collins  Mawulolo Agbledzorwu" userId="8d102745-5c2e-4513-8752-a608464896b7" providerId="ADAL" clId="{67D96C14-656E-41D3-AAF2-BBE765964A19}" dt="2026-07-31T11:36:42.938" v="15" actId="1076"/>
        <pc:sldMkLst>
          <pc:docMk/>
          <pc:sldMk cId="0" sldId="258"/>
        </pc:sldMkLst>
        <pc:spChg chg="mod">
          <ac:chgData name="Collins  Mawulolo Agbledzorwu" userId="8d102745-5c2e-4513-8752-a608464896b7" providerId="ADAL" clId="{67D96C14-656E-41D3-AAF2-BBE765964A19}" dt="2026-07-31T11:30:07.620" v="0" actId="1076"/>
          <ac:spMkLst>
            <pc:docMk/>
            <pc:sldMk cId="0" sldId="258"/>
            <ac:spMk id="9" creationId="{00000000-0000-0000-0000-000000000000}"/>
          </ac:spMkLst>
        </pc:spChg>
        <pc:spChg chg="mod">
          <ac:chgData name="Collins  Mawulolo Agbledzorwu" userId="8d102745-5c2e-4513-8752-a608464896b7" providerId="ADAL" clId="{67D96C14-656E-41D3-AAF2-BBE765964A19}" dt="2026-07-31T11:36:42.938" v="15" actId="1076"/>
          <ac:spMkLst>
            <pc:docMk/>
            <pc:sldMk cId="0" sldId="258"/>
            <ac:spMk id="20" creationId="{00000000-0000-0000-0000-000000000000}"/>
          </ac:spMkLst>
        </pc:spChg>
      </pc:sldChg>
      <pc:sldChg chg="addSp delSp modSp mod">
        <pc:chgData name="Collins  Mawulolo Agbledzorwu" userId="8d102745-5c2e-4513-8752-a608464896b7" providerId="ADAL" clId="{67D96C14-656E-41D3-AAF2-BBE765964A19}" dt="2026-08-03T08:48:12.451" v="247"/>
        <pc:sldMkLst>
          <pc:docMk/>
          <pc:sldMk cId="0" sldId="259"/>
        </pc:sldMkLst>
        <pc:spChg chg="mod">
          <ac:chgData name="Collins  Mawulolo Agbledzorwu" userId="8d102745-5c2e-4513-8752-a608464896b7" providerId="ADAL" clId="{67D96C14-656E-41D3-AAF2-BBE765964A19}" dt="2026-08-03T08:08:16.519" v="88" actId="20577"/>
          <ac:spMkLst>
            <pc:docMk/>
            <pc:sldMk cId="0" sldId="259"/>
            <ac:spMk id="5" creationId="{00000000-0000-0000-0000-000000000000}"/>
          </ac:spMkLst>
        </pc:spChg>
        <pc:spChg chg="mod">
          <ac:chgData name="Collins  Mawulolo Agbledzorwu" userId="8d102745-5c2e-4513-8752-a608464896b7" providerId="ADAL" clId="{67D96C14-656E-41D3-AAF2-BBE765964A19}" dt="2026-08-03T08:47:36.911" v="147" actId="1076"/>
          <ac:spMkLst>
            <pc:docMk/>
            <pc:sldMk cId="0" sldId="259"/>
            <ac:spMk id="6" creationId="{00000000-0000-0000-0000-000000000000}"/>
          </ac:spMkLst>
        </pc:spChg>
        <pc:spChg chg="add del mod">
          <ac:chgData name="Collins  Mawulolo Agbledzorwu" userId="8d102745-5c2e-4513-8752-a608464896b7" providerId="ADAL" clId="{67D96C14-656E-41D3-AAF2-BBE765964A19}" dt="2026-08-03T08:47:53.591" v="224" actId="20577"/>
          <ac:spMkLst>
            <pc:docMk/>
            <pc:sldMk cId="0" sldId="259"/>
            <ac:spMk id="15" creationId="{00000000-0000-0000-0000-000000000000}"/>
          </ac:spMkLst>
        </pc:spChg>
        <pc:spChg chg="mod">
          <ac:chgData name="Collins  Mawulolo Agbledzorwu" userId="8d102745-5c2e-4513-8752-a608464896b7" providerId="ADAL" clId="{67D96C14-656E-41D3-AAF2-BBE765964A19}" dt="2026-08-03T08:47:36.153" v="145" actId="1076"/>
          <ac:spMkLst>
            <pc:docMk/>
            <pc:sldMk cId="0" sldId="259"/>
            <ac:spMk id="16" creationId="{00000000-0000-0000-0000-000000000000}"/>
          </ac:spMkLst>
        </pc:spChg>
        <pc:spChg chg="del mod">
          <ac:chgData name="Collins  Mawulolo Agbledzorwu" userId="8d102745-5c2e-4513-8752-a608464896b7" providerId="ADAL" clId="{67D96C14-656E-41D3-AAF2-BBE765964A19}" dt="2026-08-03T08:48:12.451" v="247"/>
          <ac:spMkLst>
            <pc:docMk/>
            <pc:sldMk cId="0" sldId="259"/>
            <ac:spMk id="19" creationId="{00000000-0000-0000-0000-000000000000}"/>
          </ac:spMkLst>
        </pc:spChg>
        <pc:spChg chg="add del mod">
          <ac:chgData name="Collins  Mawulolo Agbledzorwu" userId="8d102745-5c2e-4513-8752-a608464896b7" providerId="ADAL" clId="{67D96C14-656E-41D3-AAF2-BBE765964A19}" dt="2026-08-03T08:47:38.571" v="151" actId="20577"/>
          <ac:spMkLst>
            <pc:docMk/>
            <pc:sldMk cId="0" sldId="259"/>
            <ac:spMk id="26" creationId="{00000000-0000-0000-0000-000000000000}"/>
          </ac:spMkLst>
        </pc:spChg>
        <pc:spChg chg="mod">
          <ac:chgData name="Collins  Mawulolo Agbledzorwu" userId="8d102745-5c2e-4513-8752-a608464896b7" providerId="ADAL" clId="{67D96C14-656E-41D3-AAF2-BBE765964A19}" dt="2026-08-03T08:47:35.851" v="144" actId="14100"/>
          <ac:spMkLst>
            <pc:docMk/>
            <pc:sldMk cId="0" sldId="259"/>
            <ac:spMk id="27" creationId="{00000000-0000-0000-0000-000000000000}"/>
          </ac:spMkLst>
        </pc:spChg>
        <pc:spChg chg="del">
          <ac:chgData name="Collins  Mawulolo Agbledzorwu" userId="8d102745-5c2e-4513-8752-a608464896b7" providerId="ADAL" clId="{67D96C14-656E-41D3-AAF2-BBE765964A19}" dt="2026-08-03T08:48:12.441" v="245" actId="478"/>
          <ac:spMkLst>
            <pc:docMk/>
            <pc:sldMk cId="0" sldId="259"/>
            <ac:spMk id="30" creationId="{00000000-0000-0000-0000-000000000000}"/>
          </ac:spMkLst>
        </pc:spChg>
        <pc:spChg chg="mod">
          <ac:chgData name="Collins  Mawulolo Agbledzorwu" userId="8d102745-5c2e-4513-8752-a608464896b7" providerId="ADAL" clId="{67D96C14-656E-41D3-AAF2-BBE765964A19}" dt="2026-08-03T08:08:06.899" v="65" actId="20577"/>
          <ac:spMkLst>
            <pc:docMk/>
            <pc:sldMk cId="0" sldId="259"/>
            <ac:spMk id="31" creationId="{00000000-0000-0000-0000-000000000000}"/>
          </ac:spMkLst>
        </pc:spChg>
        <pc:picChg chg="mod">
          <ac:chgData name="Collins  Mawulolo Agbledzorwu" userId="8d102745-5c2e-4513-8752-a608464896b7" providerId="ADAL" clId="{67D96C14-656E-41D3-AAF2-BBE765964A19}" dt="2026-08-03T08:47:38.151" v="150" actId="1076"/>
          <ac:picMkLst>
            <pc:docMk/>
            <pc:sldMk cId="0" sldId="259"/>
            <ac:picMk id="4" creationId="{00000000-0000-0000-0000-000000000000}"/>
          </ac:picMkLst>
        </pc:picChg>
      </pc:sldChg>
      <pc:sldChg chg="modSp mod">
        <pc:chgData name="Collins  Mawulolo Agbledzorwu" userId="8d102745-5c2e-4513-8752-a608464896b7" providerId="ADAL" clId="{67D96C14-656E-41D3-AAF2-BBE765964A19}" dt="2026-08-03T08:08:44.239" v="89" actId="1076"/>
        <pc:sldMkLst>
          <pc:docMk/>
          <pc:sldMk cId="0" sldId="260"/>
        </pc:sldMkLst>
        <pc:spChg chg="mod">
          <ac:chgData name="Collins  Mawulolo Agbledzorwu" userId="8d102745-5c2e-4513-8752-a608464896b7" providerId="ADAL" clId="{67D96C14-656E-41D3-AAF2-BBE765964A19}" dt="2026-07-31T11:36:22.954" v="13" actId="1076"/>
          <ac:spMkLst>
            <pc:docMk/>
            <pc:sldMk cId="0" sldId="260"/>
            <ac:spMk id="30" creationId="{00000000-0000-0000-0000-000000000000}"/>
          </ac:spMkLst>
        </pc:spChg>
        <pc:picChg chg="mod">
          <ac:chgData name="Collins  Mawulolo Agbledzorwu" userId="8d102745-5c2e-4513-8752-a608464896b7" providerId="ADAL" clId="{67D96C14-656E-41D3-AAF2-BBE765964A19}" dt="2026-08-03T08:08:44.239" v="89" actId="1076"/>
          <ac:picMkLst>
            <pc:docMk/>
            <pc:sldMk cId="0" sldId="260"/>
            <ac:picMk id="8" creationId="{00000000-0000-0000-0000-000000000000}"/>
          </ac:picMkLst>
        </pc:picChg>
      </pc:sldChg>
      <pc:sldChg chg="delSp modSp mod">
        <pc:chgData name="Collins  Mawulolo Agbledzorwu" userId="8d102745-5c2e-4513-8752-a608464896b7" providerId="ADAL" clId="{67D96C14-656E-41D3-AAF2-BBE765964A19}" dt="2026-08-03T09:19:52.028" v="252" actId="14826"/>
        <pc:sldMkLst>
          <pc:docMk/>
          <pc:sldMk cId="0" sldId="261"/>
        </pc:sldMkLst>
        <pc:spChg chg="mod">
          <ac:chgData name="Collins  Mawulolo Agbledzorwu" userId="8d102745-5c2e-4513-8752-a608464896b7" providerId="ADAL" clId="{67D96C14-656E-41D3-AAF2-BBE765964A19}" dt="2026-07-31T12:03:08.265" v="45" actId="1076"/>
          <ac:spMkLst>
            <pc:docMk/>
            <pc:sldMk cId="0" sldId="261"/>
            <ac:spMk id="17" creationId="{00000000-0000-0000-0000-000000000000}"/>
          </ac:spMkLst>
        </pc:spChg>
        <pc:picChg chg="mod">
          <ac:chgData name="Collins  Mawulolo Agbledzorwu" userId="8d102745-5c2e-4513-8752-a608464896b7" providerId="ADAL" clId="{67D96C14-656E-41D3-AAF2-BBE765964A19}" dt="2026-08-03T09:19:52.028" v="252" actId="14826"/>
          <ac:picMkLst>
            <pc:docMk/>
            <pc:sldMk cId="0" sldId="261"/>
            <ac:picMk id="3" creationId="{00000000-0000-0000-0000-000000000000}"/>
          </ac:picMkLst>
        </pc:picChg>
        <pc:picChg chg="del">
          <ac:chgData name="Collins  Mawulolo Agbledzorwu" userId="8d102745-5c2e-4513-8752-a608464896b7" providerId="ADAL" clId="{67D96C14-656E-41D3-AAF2-BBE765964A19}" dt="2026-08-03T09:19:38.297" v="250" actId="21"/>
          <ac:picMkLst>
            <pc:docMk/>
            <pc:sldMk cId="0" sldId="261"/>
            <ac:picMk id="4" creationId="{00000000-0000-0000-0000-000000000000}"/>
          </ac:picMkLst>
        </pc:picChg>
      </pc:sldChg>
      <pc:sldChg chg="modSp mod">
        <pc:chgData name="Collins  Mawulolo Agbledzorwu" userId="8d102745-5c2e-4513-8752-a608464896b7" providerId="ADAL" clId="{67D96C14-656E-41D3-AAF2-BBE765964A19}" dt="2026-07-31T11:36:13.438" v="12" actId="1076"/>
        <pc:sldMkLst>
          <pc:docMk/>
          <pc:sldMk cId="0" sldId="262"/>
        </pc:sldMkLst>
        <pc:spChg chg="mod">
          <ac:chgData name="Collins  Mawulolo Agbledzorwu" userId="8d102745-5c2e-4513-8752-a608464896b7" providerId="ADAL" clId="{67D96C14-656E-41D3-AAF2-BBE765964A19}" dt="2026-07-31T11:36:13.438" v="12" actId="1076"/>
          <ac:spMkLst>
            <pc:docMk/>
            <pc:sldMk cId="0" sldId="262"/>
            <ac:spMk id="23" creationId="{00000000-0000-0000-0000-000000000000}"/>
          </ac:spMkLst>
        </pc:spChg>
      </pc:sldChg>
      <pc:sldChg chg="modSp mod">
        <pc:chgData name="Collins  Mawulolo Agbledzorwu" userId="8d102745-5c2e-4513-8752-a608464896b7" providerId="ADAL" clId="{67D96C14-656E-41D3-AAF2-BBE765964A19}" dt="2026-07-31T12:02:46.540" v="43" actId="20577"/>
        <pc:sldMkLst>
          <pc:docMk/>
          <pc:sldMk cId="0" sldId="263"/>
        </pc:sldMkLst>
        <pc:spChg chg="mod">
          <ac:chgData name="Collins  Mawulolo Agbledzorwu" userId="8d102745-5c2e-4513-8752-a608464896b7" providerId="ADAL" clId="{67D96C14-656E-41D3-AAF2-BBE765964A19}" dt="2026-07-31T12:02:46.540" v="43" actId="20577"/>
          <ac:spMkLst>
            <pc:docMk/>
            <pc:sldMk cId="0" sldId="263"/>
            <ac:spMk id="15" creationId="{00000000-0000-0000-0000-000000000000}"/>
          </ac:spMkLst>
        </pc:spChg>
      </pc:sldChg>
      <pc:sldChg chg="modSp mod modNotesTx">
        <pc:chgData name="Collins  Mawulolo Agbledzorwu" userId="8d102745-5c2e-4513-8752-a608464896b7" providerId="ADAL" clId="{67D96C14-656E-41D3-AAF2-BBE765964A19}" dt="2026-08-03T08:15:27.819" v="106" actId="20577"/>
        <pc:sldMkLst>
          <pc:docMk/>
          <pc:sldMk cId="0" sldId="264"/>
        </pc:sldMkLst>
        <pc:spChg chg="mod">
          <ac:chgData name="Collins  Mawulolo Agbledzorwu" userId="8d102745-5c2e-4513-8752-a608464896b7" providerId="ADAL" clId="{67D96C14-656E-41D3-AAF2-BBE765964A19}" dt="2026-07-31T11:35:59.715" v="10" actId="1076"/>
          <ac:spMkLst>
            <pc:docMk/>
            <pc:sldMk cId="0" sldId="264"/>
            <ac:spMk id="24" creationId="{00000000-0000-0000-0000-000000000000}"/>
          </ac:spMkLst>
        </pc:spChg>
      </pc:sldChg>
      <pc:sldChg chg="addSp delSp modSp mod">
        <pc:chgData name="Collins  Mawulolo Agbledzorwu" userId="8d102745-5c2e-4513-8752-a608464896b7" providerId="ADAL" clId="{67D96C14-656E-41D3-AAF2-BBE765964A19}" dt="2026-08-03T09:21:28.903" v="254" actId="21"/>
        <pc:sldMkLst>
          <pc:docMk/>
          <pc:sldMk cId="0" sldId="266"/>
        </pc:sldMkLst>
        <pc:spChg chg="mod">
          <ac:chgData name="Collins  Mawulolo Agbledzorwu" userId="8d102745-5c2e-4513-8752-a608464896b7" providerId="ADAL" clId="{67D96C14-656E-41D3-AAF2-BBE765964A19}" dt="2026-07-31T11:35:34.097" v="6" actId="1076"/>
          <ac:spMkLst>
            <pc:docMk/>
            <pc:sldMk cId="0" sldId="266"/>
            <ac:spMk id="20" creationId="{00000000-0000-0000-0000-000000000000}"/>
          </ac:spMkLst>
        </pc:spChg>
        <pc:picChg chg="add del">
          <ac:chgData name="Collins  Mawulolo Agbledzorwu" userId="8d102745-5c2e-4513-8752-a608464896b7" providerId="ADAL" clId="{67D96C14-656E-41D3-AAF2-BBE765964A19}" dt="2026-08-03T09:21:28.903" v="254" actId="21"/>
          <ac:picMkLst>
            <pc:docMk/>
            <pc:sldMk cId="0" sldId="266"/>
            <ac:picMk id="7" creationId="{00000000-0000-0000-0000-000000000000}"/>
          </ac:picMkLst>
        </pc:picChg>
      </pc:sldChg>
      <pc:sldChg chg="modSp mod">
        <pc:chgData name="Collins  Mawulolo Agbledzorwu" userId="8d102745-5c2e-4513-8752-a608464896b7" providerId="ADAL" clId="{67D96C14-656E-41D3-AAF2-BBE765964A19}" dt="2026-08-03T08:03:53.770" v="49" actId="1076"/>
        <pc:sldMkLst>
          <pc:docMk/>
          <pc:sldMk cId="0" sldId="267"/>
        </pc:sldMkLst>
        <pc:spChg chg="mod">
          <ac:chgData name="Collins  Mawulolo Agbledzorwu" userId="8d102745-5c2e-4513-8752-a608464896b7" providerId="ADAL" clId="{67D96C14-656E-41D3-AAF2-BBE765964A19}" dt="2026-08-03T08:03:53.770" v="49" actId="1076"/>
          <ac:spMkLst>
            <pc:docMk/>
            <pc:sldMk cId="0" sldId="267"/>
            <ac:spMk id="7" creationId="{00000000-0000-0000-0000-000000000000}"/>
          </ac:spMkLst>
        </pc:spChg>
        <pc:spChg chg="mod">
          <ac:chgData name="Collins  Mawulolo Agbledzorwu" userId="8d102745-5c2e-4513-8752-a608464896b7" providerId="ADAL" clId="{67D96C14-656E-41D3-AAF2-BBE765964A19}" dt="2026-07-31T11:35:52.231" v="9" actId="1076"/>
          <ac:spMkLst>
            <pc:docMk/>
            <pc:sldMk cId="0" sldId="267"/>
            <ac:spMk id="12" creationId="{00000000-0000-0000-0000-000000000000}"/>
          </ac:spMkLst>
        </pc:spChg>
        <pc:picChg chg="mod">
          <ac:chgData name="Collins  Mawulolo Agbledzorwu" userId="8d102745-5c2e-4513-8752-a608464896b7" providerId="ADAL" clId="{67D96C14-656E-41D3-AAF2-BBE765964A19}" dt="2026-08-03T08:03:43.280" v="48" actId="1076"/>
          <ac:picMkLst>
            <pc:docMk/>
            <pc:sldMk cId="0" sldId="267"/>
            <ac:picMk id="4" creationId="{00000000-0000-0000-0000-000000000000}"/>
          </ac:picMkLst>
        </pc:picChg>
      </pc:sldChg>
      <pc:sldChg chg="delSp modSp del mod">
        <pc:chgData name="Collins  Mawulolo Agbledzorwu" userId="8d102745-5c2e-4513-8752-a608464896b7" providerId="ADAL" clId="{67D96C14-656E-41D3-AAF2-BBE765964A19}" dt="2026-08-03T09:44:47.285" v="261" actId="2696"/>
        <pc:sldMkLst>
          <pc:docMk/>
          <pc:sldMk cId="0" sldId="268"/>
        </pc:sldMkLst>
        <pc:spChg chg="del">
          <ac:chgData name="Collins  Mawulolo Agbledzorwu" userId="8d102745-5c2e-4513-8752-a608464896b7" providerId="ADAL" clId="{67D96C14-656E-41D3-AAF2-BBE765964A19}" dt="2026-08-03T09:44:41.400" v="260" actId="21"/>
          <ac:spMkLst>
            <pc:docMk/>
            <pc:sldMk cId="0" sldId="268"/>
            <ac:spMk id="10" creationId="{00000000-0000-0000-0000-000000000000}"/>
          </ac:spMkLst>
        </pc:spChg>
        <pc:spChg chg="del mod">
          <ac:chgData name="Collins  Mawulolo Agbledzorwu" userId="8d102745-5c2e-4513-8752-a608464896b7" providerId="ADAL" clId="{67D96C14-656E-41D3-AAF2-BBE765964A19}" dt="2026-08-03T09:44:36.472" v="259" actId="21"/>
          <ac:spMkLst>
            <pc:docMk/>
            <pc:sldMk cId="0" sldId="268"/>
            <ac:spMk id="11" creationId="{00000000-0000-0000-0000-000000000000}"/>
          </ac:spMkLst>
        </pc:spChg>
        <pc:picChg chg="del">
          <ac:chgData name="Collins  Mawulolo Agbledzorwu" userId="8d102745-5c2e-4513-8752-a608464896b7" providerId="ADAL" clId="{67D96C14-656E-41D3-AAF2-BBE765964A19}" dt="2026-08-03T09:44:22.072" v="255" actId="21"/>
          <ac:picMkLst>
            <pc:docMk/>
            <pc:sldMk cId="0" sldId="268"/>
            <ac:picMk id="2" creationId="{00000000-0000-0000-0000-000000000000}"/>
          </ac:picMkLst>
        </pc:picChg>
        <pc:picChg chg="del">
          <ac:chgData name="Collins  Mawulolo Agbledzorwu" userId="8d102745-5c2e-4513-8752-a608464896b7" providerId="ADAL" clId="{67D96C14-656E-41D3-AAF2-BBE765964A19}" dt="2026-08-03T09:44:25.450" v="256" actId="21"/>
          <ac:picMkLst>
            <pc:docMk/>
            <pc:sldMk cId="0" sldId="268"/>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D44D5F-3468-41A5-A376-CE3848B68B2D}" type="datetimeFigureOut">
              <a:rPr lang="en-GH" smtClean="0"/>
              <a:t>03/08/2026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6D4CD-0982-48EE-9C5E-3E5E4AB24017}" type="slidenum">
              <a:rPr lang="en-GH" smtClean="0"/>
              <a:t>‹#›</a:t>
            </a:fld>
            <a:endParaRPr lang="en-GH"/>
          </a:p>
        </p:txBody>
      </p:sp>
    </p:spTree>
    <p:extLst>
      <p:ext uri="{BB962C8B-B14F-4D97-AF65-F5344CB8AC3E}">
        <p14:creationId xmlns:p14="http://schemas.microsoft.com/office/powerpoint/2010/main" val="1258733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nist.gov/cybersecurity-and-privacy"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cisecurity.org/control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b="0" u="none" strike="noStrike" kern="1200" dirty="0">
                <a:solidFill>
                  <a:schemeClr val="tx1"/>
                </a:solidFill>
                <a:effectLst/>
                <a:latin typeface="+mn-lt"/>
                <a:ea typeface="+mn-ea"/>
                <a:cs typeface="+mn-cs"/>
              </a:rPr>
            </a:br>
            <a:r>
              <a:rPr lang="en-GH" sz="1200" b="0" u="none" strike="noStrike" kern="1200" dirty="0">
                <a:solidFill>
                  <a:schemeClr val="tx1"/>
                </a:solidFill>
                <a:effectLst/>
                <a:latin typeface="+mn-lt"/>
                <a:ea typeface="+mn-ea"/>
                <a:cs typeface="+mn-cs"/>
              </a:rPr>
              <a:t>The </a:t>
            </a:r>
            <a:r>
              <a:rPr lang="en-GH" sz="1200" b="0" u="none" strike="noStrike" kern="1200" dirty="0">
                <a:solidFill>
                  <a:schemeClr val="tx1"/>
                </a:solidFill>
                <a:effectLst/>
                <a:latin typeface="+mn-lt"/>
                <a:ea typeface="+mn-ea"/>
                <a:cs typeface="+mn-cs"/>
                <a:hlinkClick r:id="rId3"/>
              </a:rPr>
              <a:t>NIST Cybersecurity Framework (CSF)</a:t>
            </a:r>
            <a:r>
              <a:rPr lang="en-GH" sz="1200" b="0" u="none" strike="noStrike" kern="1200" dirty="0">
                <a:solidFill>
                  <a:schemeClr val="tx1"/>
                </a:solidFill>
                <a:effectLst/>
                <a:latin typeface="+mn-lt"/>
                <a:ea typeface="+mn-ea"/>
                <a:cs typeface="+mn-cs"/>
              </a:rPr>
              <a:t> is a voluntary set of guidelines, standards, and best practices created by the U.S. National Institute of Standards and Technology to help organizations manage and reduce cyber risk. The framework is structured around six core functions: Govern, Identify, Protect, Detect, Respond, and Recover.</a:t>
            </a:r>
            <a:r>
              <a:rPr lang="en-GH" dirty="0"/>
              <a:t> </a:t>
            </a:r>
            <a:endParaRPr lang="en-US" dirty="0"/>
          </a:p>
          <a:p>
            <a:br>
              <a:rPr lang="en-US" sz="1200" b="0" u="none" strike="noStrike" kern="1200" dirty="0">
                <a:solidFill>
                  <a:schemeClr val="tx1"/>
                </a:solidFill>
                <a:effectLst/>
                <a:latin typeface="+mn-lt"/>
                <a:ea typeface="+mn-ea"/>
                <a:cs typeface="+mn-cs"/>
              </a:rPr>
            </a:br>
            <a:r>
              <a:rPr lang="en-GH" sz="1200" b="0" u="none" strike="noStrike" kern="1200" dirty="0">
                <a:solidFill>
                  <a:schemeClr val="tx1"/>
                </a:solidFill>
                <a:effectLst/>
                <a:latin typeface="+mn-lt"/>
                <a:ea typeface="+mn-ea"/>
                <a:cs typeface="+mn-cs"/>
              </a:rPr>
              <a:t>The CIS Controls are </a:t>
            </a:r>
            <a:r>
              <a:rPr lang="en-GH" dirty="0"/>
              <a:t>a prioritized set of 18 cybersecurity best practices and 153 safeguards designed by the </a:t>
            </a:r>
            <a:r>
              <a:rPr lang="en-GH" sz="1200" b="0" u="none" strike="noStrike" kern="1200" dirty="0" err="1">
                <a:solidFill>
                  <a:schemeClr val="tx1"/>
                </a:solidFill>
                <a:effectLst/>
                <a:latin typeface="+mn-lt"/>
                <a:ea typeface="+mn-ea"/>
                <a:cs typeface="+mn-cs"/>
                <a:hlinkClick r:id="rId4"/>
              </a:rPr>
              <a:t>Center</a:t>
            </a:r>
            <a:r>
              <a:rPr lang="en-GH" sz="1200" b="0" u="none" strike="noStrike" kern="1200" dirty="0">
                <a:solidFill>
                  <a:schemeClr val="tx1"/>
                </a:solidFill>
                <a:effectLst/>
                <a:latin typeface="+mn-lt"/>
                <a:ea typeface="+mn-ea"/>
                <a:cs typeface="+mn-cs"/>
                <a:hlinkClick r:id="rId4"/>
              </a:rPr>
              <a:t> for Internet Security (CIS)</a:t>
            </a:r>
            <a:r>
              <a:rPr lang="en-GH" dirty="0"/>
              <a:t> to help organizations protect their systems and networks from cyber threats</a:t>
            </a:r>
            <a:br>
              <a:rPr lang="en-US" dirty="0"/>
            </a:br>
            <a:br>
              <a:rPr lang="en-US" dirty="0"/>
            </a:br>
            <a:endParaRPr lang="en-GH" dirty="0"/>
          </a:p>
        </p:txBody>
      </p:sp>
      <p:sp>
        <p:nvSpPr>
          <p:cNvPr id="4" name="Slide Number Placeholder 3"/>
          <p:cNvSpPr>
            <a:spLocks noGrp="1"/>
          </p:cNvSpPr>
          <p:nvPr>
            <p:ph type="sldNum" sz="quarter" idx="5"/>
          </p:nvPr>
        </p:nvSpPr>
        <p:spPr/>
        <p:txBody>
          <a:bodyPr/>
          <a:lstStyle/>
          <a:p>
            <a:fld id="{32B6D4CD-0982-48EE-9C5E-3E5E4AB24017}" type="slidenum">
              <a:rPr lang="en-GH" smtClean="0"/>
              <a:t>9</a:t>
            </a:fld>
            <a:endParaRPr lang="en-GH"/>
          </a:p>
        </p:txBody>
      </p:sp>
    </p:spTree>
    <p:extLst>
      <p:ext uri="{BB962C8B-B14F-4D97-AF65-F5344CB8AC3E}">
        <p14:creationId xmlns:p14="http://schemas.microsoft.com/office/powerpoint/2010/main" val="239356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5.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png"/><Relationship Id="rId3" Type="http://schemas.openxmlformats.org/officeDocument/2006/relationships/image" Target="../media/image5.png"/><Relationship Id="rId7" Type="http://schemas.openxmlformats.org/officeDocument/2006/relationships/image" Target="../media/image47.png"/><Relationship Id="rId12" Type="http://schemas.openxmlformats.org/officeDocument/2006/relationships/image" Target="../media/image6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9.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58.pn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11.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845914" y="653009"/>
            <a:ext cx="2213124" cy="285750"/>
          </a:xfrm>
          <a:prstGeom prst="rect">
            <a:avLst/>
          </a:prstGeom>
        </p:spPr>
      </p:pic>
      <p:pic>
        <p:nvPicPr>
          <p:cNvPr id="4" name="Picture 3" descr="image.png"/>
          <p:cNvPicPr>
            <a:picLocks noChangeAspect="1"/>
          </p:cNvPicPr>
          <p:nvPr/>
        </p:nvPicPr>
        <p:blipFill>
          <a:blip r:embed="rId4"/>
          <a:stretch>
            <a:fillRect/>
          </a:stretch>
        </p:blipFill>
        <p:spPr>
          <a:xfrm>
            <a:off x="1404044" y="5676900"/>
            <a:ext cx="10668000" cy="760958"/>
          </a:xfrm>
          <a:prstGeom prst="rect">
            <a:avLst/>
          </a:prstGeom>
        </p:spPr>
      </p:pic>
      <p:sp>
        <p:nvSpPr>
          <p:cNvPr id="5" name="TextBox 4"/>
          <p:cNvSpPr txBox="1"/>
          <p:nvPr/>
        </p:nvSpPr>
        <p:spPr>
          <a:xfrm>
            <a:off x="762000" y="1181100"/>
            <a:ext cx="9831228" cy="1095375"/>
          </a:xfrm>
          <a:prstGeom prst="rect">
            <a:avLst/>
          </a:prstGeom>
          <a:noFill/>
        </p:spPr>
        <p:txBody>
          <a:bodyPr wrap="square" lIns="0" tIns="0" rIns="0" bIns="0" anchor="t">
            <a:spAutoFit/>
          </a:bodyPr>
          <a:lstStyle/>
          <a:p>
            <a:pPr algn="l">
              <a:lnSpc>
                <a:spcPts val="4312"/>
              </a:lnSpc>
            </a:pPr>
            <a:r>
              <a:rPr sz="3750" b="0" i="0" u="none">
                <a:solidFill>
                  <a:srgbClr val="FFFFFF"/>
                </a:solidFill>
                <a:latin typeface="Plus Jakarta Sans ExtraBold"/>
              </a:rPr>
              <a:t>File Integrity Monitoring</a:t>
            </a:r>
            <a:r>
              <a:t>
</a:t>
            </a:r>
            <a:r>
              <a:rPr sz="3750" b="0" i="0" u="none">
                <a:solidFill>
                  <a:srgbClr val="FFFFFF"/>
                </a:solidFill>
                <a:latin typeface="Plus Jakarta Sans ExtraBold"/>
              </a:rPr>
              <a:t> System (FIMS)</a:t>
            </a:r>
          </a:p>
        </p:txBody>
      </p:sp>
      <p:sp>
        <p:nvSpPr>
          <p:cNvPr id="6" name="TextBox 5"/>
          <p:cNvSpPr txBox="1"/>
          <p:nvPr/>
        </p:nvSpPr>
        <p:spPr>
          <a:xfrm>
            <a:off x="762000" y="2428875"/>
            <a:ext cx="9363075" cy="314325"/>
          </a:xfrm>
          <a:prstGeom prst="rect">
            <a:avLst/>
          </a:prstGeom>
          <a:noFill/>
        </p:spPr>
        <p:txBody>
          <a:bodyPr wrap="square" lIns="0" tIns="0" rIns="0" bIns="0" anchor="t">
            <a:spAutoFit/>
          </a:bodyPr>
          <a:lstStyle/>
          <a:p>
            <a:pPr algn="l">
              <a:lnSpc>
                <a:spcPts val="2475"/>
              </a:lnSpc>
            </a:pPr>
            <a:r>
              <a:rPr sz="1650" b="0" i="0" u="none">
                <a:solidFill>
                  <a:srgbClr val="94A3B8"/>
                </a:solidFill>
                <a:latin typeface="Inter"/>
              </a:rPr>
              <a:t>Ensuring document security, change detection, and audit compliance for modern organizations.</a:t>
            </a:r>
          </a:p>
        </p:txBody>
      </p:sp>
      <p:pic>
        <p:nvPicPr>
          <p:cNvPr id="7" name="Picture 6" descr="image.png"/>
          <p:cNvPicPr>
            <a:picLocks noChangeAspect="1"/>
          </p:cNvPicPr>
          <p:nvPr/>
        </p:nvPicPr>
        <p:blipFill>
          <a:blip r:embed="rId5"/>
          <a:stretch>
            <a:fillRect/>
          </a:stretch>
        </p:blipFill>
        <p:spPr>
          <a:xfrm>
            <a:off x="923925" y="747712"/>
            <a:ext cx="130075" cy="123825"/>
          </a:xfrm>
          <a:prstGeom prst="rect">
            <a:avLst/>
          </a:prstGeom>
        </p:spPr>
      </p:pic>
      <p:sp>
        <p:nvSpPr>
          <p:cNvPr id="8" name="TextBox 7"/>
          <p:cNvSpPr txBox="1"/>
          <p:nvPr/>
        </p:nvSpPr>
        <p:spPr>
          <a:xfrm>
            <a:off x="762000" y="5725566"/>
            <a:ext cx="2710338" cy="142875"/>
          </a:xfrm>
          <a:prstGeom prst="rect">
            <a:avLst/>
          </a:prstGeom>
          <a:noFill/>
        </p:spPr>
        <p:txBody>
          <a:bodyPr wrap="square" lIns="0" tIns="0" rIns="0" bIns="0" anchor="t">
            <a:spAutoFit/>
          </a:bodyPr>
          <a:lstStyle/>
          <a:p>
            <a:pPr algn="l"/>
            <a:r>
              <a:rPr sz="900" b="1" i="0" u="none" dirty="0">
                <a:solidFill>
                  <a:srgbClr val="CBD5E1"/>
                </a:solidFill>
                <a:latin typeface="Plus Jakarta Sans"/>
              </a:rPr>
              <a:t> PRESENTER</a:t>
            </a:r>
          </a:p>
        </p:txBody>
      </p:sp>
      <p:sp>
        <p:nvSpPr>
          <p:cNvPr id="9" name="TextBox 8"/>
          <p:cNvSpPr txBox="1"/>
          <p:nvPr/>
        </p:nvSpPr>
        <p:spPr>
          <a:xfrm>
            <a:off x="762000" y="5925591"/>
            <a:ext cx="2581275" cy="265658"/>
          </a:xfrm>
          <a:prstGeom prst="rect">
            <a:avLst/>
          </a:prstGeom>
          <a:noFill/>
        </p:spPr>
        <p:txBody>
          <a:bodyPr wrap="square" lIns="0" tIns="0" rIns="0" bIns="0" anchor="t">
            <a:spAutoFit/>
          </a:bodyPr>
          <a:lstStyle/>
          <a:p>
            <a:pPr algn="l">
              <a:lnSpc>
                <a:spcPts val="2092"/>
              </a:lnSpc>
            </a:pPr>
            <a:r>
              <a:rPr sz="1350" b="0" i="0" u="none">
                <a:solidFill>
                  <a:srgbClr val="FFFFFF"/>
                </a:solidFill>
                <a:latin typeface="Inter SemiBold"/>
              </a:rPr>
              <a:t>Collins Mawulolo Agbledzorwu</a:t>
            </a:r>
          </a:p>
        </p:txBody>
      </p:sp>
      <p:sp>
        <p:nvSpPr>
          <p:cNvPr id="10" name="TextBox 9"/>
          <p:cNvSpPr txBox="1"/>
          <p:nvPr/>
        </p:nvSpPr>
        <p:spPr>
          <a:xfrm>
            <a:off x="3724275" y="5725566"/>
            <a:ext cx="1294224" cy="142875"/>
          </a:xfrm>
          <a:prstGeom prst="rect">
            <a:avLst/>
          </a:prstGeom>
          <a:noFill/>
        </p:spPr>
        <p:txBody>
          <a:bodyPr wrap="square" lIns="0" tIns="0" rIns="0" bIns="0" anchor="t">
            <a:spAutoFit/>
          </a:bodyPr>
          <a:lstStyle/>
          <a:p>
            <a:pPr algn="l"/>
            <a:r>
              <a:rPr sz="900" b="1" i="0" u="none">
                <a:solidFill>
                  <a:srgbClr val="CBD5E1"/>
                </a:solidFill>
                <a:latin typeface="Plus Jakarta Sans"/>
              </a:rPr>
              <a:t>PRODUCT OFFICER</a:t>
            </a:r>
          </a:p>
        </p:txBody>
      </p:sp>
      <p:sp>
        <p:nvSpPr>
          <p:cNvPr id="11" name="TextBox 10"/>
          <p:cNvSpPr txBox="1"/>
          <p:nvPr/>
        </p:nvSpPr>
        <p:spPr>
          <a:xfrm>
            <a:off x="3724275" y="5925591"/>
            <a:ext cx="1232594" cy="265658"/>
          </a:xfrm>
          <a:prstGeom prst="rect">
            <a:avLst/>
          </a:prstGeom>
          <a:noFill/>
        </p:spPr>
        <p:txBody>
          <a:bodyPr wrap="square" lIns="0" tIns="0" rIns="0" bIns="0" anchor="t">
            <a:spAutoFit/>
          </a:bodyPr>
          <a:lstStyle/>
          <a:p>
            <a:pPr algn="l">
              <a:lnSpc>
                <a:spcPts val="2092"/>
              </a:lnSpc>
            </a:pPr>
            <a:r>
              <a:rPr sz="1350" b="0" i="0" u="none">
                <a:solidFill>
                  <a:srgbClr val="FFFFFF"/>
                </a:solidFill>
                <a:latin typeface="Inter SemiBold"/>
              </a:rPr>
              <a:t>Elliot Abban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29766"/>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77590"/>
            <a:ext cx="5334000" cy="1512093"/>
          </a:xfrm>
          <a:prstGeom prst="rect">
            <a:avLst/>
          </a:prstGeom>
        </p:spPr>
      </p:pic>
      <p:pic>
        <p:nvPicPr>
          <p:cNvPr id="4" name="Picture 3"/>
          <p:cNvPicPr>
            <a:picLocks noChangeAspect="1"/>
          </p:cNvPicPr>
          <p:nvPr/>
        </p:nvPicPr>
        <p:blipFill>
          <a:blip r:embed="rId4"/>
          <a:srcRect/>
          <a:stretch/>
        </p:blipFill>
        <p:spPr>
          <a:xfrm>
            <a:off x="6286500" y="1898808"/>
            <a:ext cx="5334000" cy="3177063"/>
          </a:xfrm>
          <a:prstGeom prst="rect">
            <a:avLst/>
          </a:prstGeom>
        </p:spPr>
      </p:pic>
      <p:sp>
        <p:nvSpPr>
          <p:cNvPr id="5" name="TextBox 4"/>
          <p:cNvSpPr txBox="1"/>
          <p:nvPr/>
        </p:nvSpPr>
        <p:spPr>
          <a:xfrm>
            <a:off x="866775" y="1915715"/>
            <a:ext cx="4743450" cy="1035843"/>
          </a:xfrm>
          <a:prstGeom prst="rect">
            <a:avLst/>
          </a:prstGeom>
          <a:noFill/>
        </p:spPr>
        <p:txBody>
          <a:bodyPr wrap="square" lIns="0" tIns="0" rIns="0" bIns="0" anchor="t">
            <a:spAutoFit/>
          </a:bodyPr>
          <a:lstStyle/>
          <a:p>
            <a:pPr algn="l">
              <a:lnSpc>
                <a:spcPts val="2039"/>
              </a:lnSpc>
            </a:pPr>
            <a:r>
              <a:rPr sz="1275" b="0" i="1" u="none">
                <a:solidFill>
                  <a:srgbClr val="0369A1"/>
                </a:solidFill>
                <a:latin typeface="Inter"/>
              </a:rPr>
              <a:t>"Imagine a company's payroll spreadsheet is modified overnight. The next morning, no one knows who changed it, what changed, or when it happened. The only indication is that the numbers are different."</a:t>
            </a:r>
          </a:p>
        </p:txBody>
      </p:sp>
      <p:sp>
        <p:nvSpPr>
          <p:cNvPr id="7" name="TextBox 6"/>
          <p:cNvSpPr txBox="1"/>
          <p:nvPr/>
        </p:nvSpPr>
        <p:spPr>
          <a:xfrm>
            <a:off x="1000125" y="3418284"/>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Critical Assets At Risk:</a:t>
            </a:r>
            <a:r>
              <a:rPr sz="1200" b="0" i="0" u="none">
                <a:solidFill>
                  <a:srgbClr val="475569"/>
                </a:solidFill>
                <a:latin typeface="Inter"/>
              </a:rPr>
              <a:t> Organizations store highly sensitive business documents without real-time tracking.</a:t>
            </a:r>
          </a:p>
        </p:txBody>
      </p:sp>
      <p:sp>
        <p:nvSpPr>
          <p:cNvPr id="8" name="TextBox 7"/>
          <p:cNvSpPr txBox="1"/>
          <p:nvPr/>
        </p:nvSpPr>
        <p:spPr>
          <a:xfrm>
            <a:off x="1000125" y="402788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Silent Modifications:</a:t>
            </a:r>
            <a:r>
              <a:rPr sz="1200" b="0" i="0" u="none" dirty="0">
                <a:solidFill>
                  <a:srgbClr val="475569"/>
                </a:solidFill>
                <a:latin typeface="Inter"/>
              </a:rPr>
              <a:t> Unauthorized or accidental changes occur silently, leading to compliance breaches.</a:t>
            </a:r>
          </a:p>
        </p:txBody>
      </p:sp>
      <p:sp>
        <p:nvSpPr>
          <p:cNvPr id="9" name="TextBox 8"/>
          <p:cNvSpPr txBox="1"/>
          <p:nvPr/>
        </p:nvSpPr>
        <p:spPr>
          <a:xfrm>
            <a:off x="1000125" y="463748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Inefficient Manual Audits:</a:t>
            </a:r>
            <a:r>
              <a:rPr sz="1200" b="0" i="0" u="none" dirty="0">
                <a:solidFill>
                  <a:srgbClr val="475569"/>
                </a:solidFill>
                <a:latin typeface="Inter"/>
              </a:rPr>
              <a:t> Manual checking is slow, error-prone, and unsustainable as file volume grows.</a:t>
            </a:r>
          </a:p>
        </p:txBody>
      </p:sp>
      <p:sp>
        <p:nvSpPr>
          <p:cNvPr id="10" name="TextBox 9"/>
          <p:cNvSpPr txBox="1"/>
          <p:nvPr/>
        </p:nvSpPr>
        <p:spPr>
          <a:xfrm>
            <a:off x="1000125" y="5247084"/>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Expensive Enterprise Tools:</a:t>
            </a:r>
            <a:r>
              <a:rPr sz="1200" b="0" i="0" u="none">
                <a:solidFill>
                  <a:srgbClr val="475569"/>
                </a:solidFill>
                <a:latin typeface="Inter"/>
              </a:rPr>
              <a:t> Existing legacy solutions are often overly complex and financially prohibitive for SMEs.</a:t>
            </a:r>
          </a:p>
        </p:txBody>
      </p:sp>
      <p:sp>
        <p:nvSpPr>
          <p:cNvPr id="11" name="TextBox 10"/>
          <p:cNvSpPr txBox="1"/>
          <p:nvPr/>
        </p:nvSpPr>
        <p:spPr>
          <a:xfrm>
            <a:off x="628650" y="33992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2" name="TextBox 11"/>
          <p:cNvSpPr txBox="1"/>
          <p:nvPr/>
        </p:nvSpPr>
        <p:spPr>
          <a:xfrm>
            <a:off x="628650" y="40088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3" name="TextBox 12"/>
          <p:cNvSpPr txBox="1"/>
          <p:nvPr/>
        </p:nvSpPr>
        <p:spPr>
          <a:xfrm>
            <a:off x="628650" y="46184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4" name="TextBox 13"/>
          <p:cNvSpPr txBox="1"/>
          <p:nvPr/>
        </p:nvSpPr>
        <p:spPr>
          <a:xfrm>
            <a:off x="628650" y="52280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5" name="Picture 14" descr="image.png"/>
          <p:cNvPicPr>
            <a:picLocks noChangeAspect="1"/>
          </p:cNvPicPr>
          <p:nvPr/>
        </p:nvPicPr>
        <p:blipFill>
          <a:blip r:embed="rId5"/>
          <a:stretch>
            <a:fillRect/>
          </a:stretch>
        </p:blipFill>
        <p:spPr>
          <a:xfrm>
            <a:off x="571500" y="3432571"/>
            <a:ext cx="209550" cy="219075"/>
          </a:xfrm>
          <a:prstGeom prst="rect">
            <a:avLst/>
          </a:prstGeom>
        </p:spPr>
      </p:pic>
      <p:pic>
        <p:nvPicPr>
          <p:cNvPr id="16" name="Picture 15" descr="image.png"/>
          <p:cNvPicPr>
            <a:picLocks noChangeAspect="1"/>
          </p:cNvPicPr>
          <p:nvPr/>
        </p:nvPicPr>
        <p:blipFill>
          <a:blip r:embed="rId6"/>
          <a:stretch>
            <a:fillRect/>
          </a:stretch>
        </p:blipFill>
        <p:spPr>
          <a:xfrm>
            <a:off x="571500" y="4042171"/>
            <a:ext cx="209550" cy="219075"/>
          </a:xfrm>
          <a:prstGeom prst="rect">
            <a:avLst/>
          </a:prstGeom>
        </p:spPr>
      </p:pic>
      <p:pic>
        <p:nvPicPr>
          <p:cNvPr id="17" name="Picture 16" descr="image.png"/>
          <p:cNvPicPr>
            <a:picLocks noChangeAspect="1"/>
          </p:cNvPicPr>
          <p:nvPr/>
        </p:nvPicPr>
        <p:blipFill>
          <a:blip r:embed="rId7"/>
          <a:stretch>
            <a:fillRect/>
          </a:stretch>
        </p:blipFill>
        <p:spPr>
          <a:xfrm>
            <a:off x="571500" y="4651771"/>
            <a:ext cx="266700" cy="219075"/>
          </a:xfrm>
          <a:prstGeom prst="rect">
            <a:avLst/>
          </a:prstGeom>
        </p:spPr>
      </p:pic>
      <p:pic>
        <p:nvPicPr>
          <p:cNvPr id="18" name="Picture 17" descr="image.png"/>
          <p:cNvPicPr>
            <a:picLocks noChangeAspect="1"/>
          </p:cNvPicPr>
          <p:nvPr/>
        </p:nvPicPr>
        <p:blipFill>
          <a:blip r:embed="rId8"/>
          <a:stretch>
            <a:fillRect/>
          </a:stretch>
        </p:blipFill>
        <p:spPr>
          <a:xfrm>
            <a:off x="571500" y="5261371"/>
            <a:ext cx="209550" cy="219075"/>
          </a:xfrm>
          <a:prstGeom prst="rect">
            <a:avLst/>
          </a:prstGeom>
        </p:spPr>
      </p:pic>
      <p:sp>
        <p:nvSpPr>
          <p:cNvPr id="19" name="TextBox 18"/>
          <p:cNvSpPr txBox="1"/>
          <p:nvPr/>
        </p:nvSpPr>
        <p:spPr>
          <a:xfrm>
            <a:off x="704850" y="501251"/>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The Business Problem</a:t>
            </a:r>
          </a:p>
        </p:txBody>
      </p:sp>
      <p:sp>
        <p:nvSpPr>
          <p:cNvPr id="20" name="Rounded Rectangle 19"/>
          <p:cNvSpPr/>
          <p:nvPr/>
        </p:nvSpPr>
        <p:spPr>
          <a:xfrm>
            <a:off x="514350" y="572689"/>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356270" y="3644354"/>
            <a:ext cx="419100" cy="419100"/>
          </a:xfrm>
          <a:prstGeom prst="rect">
            <a:avLst/>
          </a:prstGeom>
        </p:spPr>
      </p:pic>
      <p:pic>
        <p:nvPicPr>
          <p:cNvPr id="4" name="Picture 3" descr="image.png"/>
          <p:cNvPicPr>
            <a:picLocks noChangeAspect="1"/>
          </p:cNvPicPr>
          <p:nvPr/>
        </p:nvPicPr>
        <p:blipFill>
          <a:blip r:embed="rId4"/>
          <a:stretch>
            <a:fillRect/>
          </a:stretch>
        </p:blipFill>
        <p:spPr>
          <a:xfrm>
            <a:off x="3621285" y="3644354"/>
            <a:ext cx="419100" cy="419100"/>
          </a:xfrm>
          <a:prstGeom prst="rect">
            <a:avLst/>
          </a:prstGeom>
        </p:spPr>
      </p:pic>
      <p:pic>
        <p:nvPicPr>
          <p:cNvPr id="5" name="Picture 4" descr="image.png"/>
          <p:cNvPicPr>
            <a:picLocks noChangeAspect="1"/>
          </p:cNvPicPr>
          <p:nvPr/>
        </p:nvPicPr>
        <p:blipFill>
          <a:blip r:embed="rId5"/>
          <a:stretch>
            <a:fillRect/>
          </a:stretch>
        </p:blipFill>
        <p:spPr>
          <a:xfrm>
            <a:off x="5886301" y="3644354"/>
            <a:ext cx="419100" cy="419100"/>
          </a:xfrm>
          <a:prstGeom prst="rect">
            <a:avLst/>
          </a:prstGeom>
        </p:spPr>
      </p:pic>
      <p:pic>
        <p:nvPicPr>
          <p:cNvPr id="6" name="Picture 5" descr="image.png"/>
          <p:cNvPicPr>
            <a:picLocks noChangeAspect="1"/>
          </p:cNvPicPr>
          <p:nvPr/>
        </p:nvPicPr>
        <p:blipFill>
          <a:blip r:embed="rId6"/>
          <a:stretch>
            <a:fillRect/>
          </a:stretch>
        </p:blipFill>
        <p:spPr>
          <a:xfrm>
            <a:off x="8151316" y="3644354"/>
            <a:ext cx="419100" cy="419100"/>
          </a:xfrm>
          <a:prstGeom prst="rect">
            <a:avLst/>
          </a:prstGeom>
        </p:spPr>
      </p:pic>
      <p:pic>
        <p:nvPicPr>
          <p:cNvPr id="7" name="Picture 6" descr="image.png"/>
          <p:cNvPicPr>
            <a:picLocks noChangeAspect="1"/>
          </p:cNvPicPr>
          <p:nvPr/>
        </p:nvPicPr>
        <p:blipFill>
          <a:blip r:embed="rId7"/>
          <a:stretch>
            <a:fillRect/>
          </a:stretch>
        </p:blipFill>
        <p:spPr>
          <a:xfrm>
            <a:off x="10416331" y="3644354"/>
            <a:ext cx="419100" cy="419100"/>
          </a:xfrm>
          <a:prstGeom prst="rect">
            <a:avLst/>
          </a:prstGeom>
        </p:spPr>
      </p:pic>
      <p:sp>
        <p:nvSpPr>
          <p:cNvPr id="8" name="TextBox 7"/>
          <p:cNvSpPr txBox="1"/>
          <p:nvPr/>
        </p:nvSpPr>
        <p:spPr>
          <a:xfrm>
            <a:off x="571500" y="2425154"/>
            <a:ext cx="11049000" cy="571500"/>
          </a:xfrm>
          <a:prstGeom prst="rect">
            <a:avLst/>
          </a:prstGeom>
          <a:noFill/>
        </p:spPr>
        <p:txBody>
          <a:bodyPr wrap="square" lIns="0" tIns="0" rIns="0" bIns="0" anchor="t">
            <a:spAutoFit/>
          </a:bodyPr>
          <a:lstStyle/>
          <a:p>
            <a:pPr algn="l">
              <a:lnSpc>
                <a:spcPts val="2250"/>
              </a:lnSpc>
            </a:pPr>
            <a:r>
              <a:rPr sz="1500" b="0" i="0" u="none" dirty="0">
                <a:solidFill>
                  <a:srgbClr val="64748B"/>
                </a:solidFill>
                <a:latin typeface="Inter"/>
              </a:rPr>
              <a:t>FIMS continuously monitors critical files, detects unauthorized modifications, compares document contents, and generates audit-ready compliance reports.</a:t>
            </a:r>
          </a:p>
        </p:txBody>
      </p:sp>
      <p:sp>
        <p:nvSpPr>
          <p:cNvPr id="9" name="Rectangle 8"/>
          <p:cNvSpPr/>
          <p:nvPr/>
        </p:nvSpPr>
        <p:spPr>
          <a:xfrm>
            <a:off x="1234017" y="3906275"/>
            <a:ext cx="99441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780"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Select Folder</a:t>
            </a:r>
          </a:p>
        </p:txBody>
      </p:sp>
      <p:sp>
        <p:nvSpPr>
          <p:cNvPr id="11" name="TextBox 10"/>
          <p:cNvSpPr txBox="1"/>
          <p:nvPr/>
        </p:nvSpPr>
        <p:spPr>
          <a:xfrm>
            <a:off x="571500" y="4549229"/>
            <a:ext cx="1988790" cy="559891"/>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Choose target directory containing critical business files.</a:t>
            </a:r>
          </a:p>
        </p:txBody>
      </p:sp>
      <p:sp>
        <p:nvSpPr>
          <p:cNvPr id="12" name="TextBox 11"/>
          <p:cNvSpPr txBox="1"/>
          <p:nvPr/>
        </p:nvSpPr>
        <p:spPr>
          <a:xfrm>
            <a:off x="2786795"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Create Baseline</a:t>
            </a:r>
          </a:p>
        </p:txBody>
      </p:sp>
      <p:sp>
        <p:nvSpPr>
          <p:cNvPr id="13" name="TextBox 12"/>
          <p:cNvSpPr txBox="1"/>
          <p:nvPr/>
        </p:nvSpPr>
        <p:spPr>
          <a:xfrm>
            <a:off x="2836515"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Generate secure SHA-256 cryptographic hashes.</a:t>
            </a:r>
          </a:p>
        </p:txBody>
      </p:sp>
      <p:sp>
        <p:nvSpPr>
          <p:cNvPr id="14" name="TextBox 13"/>
          <p:cNvSpPr txBox="1"/>
          <p:nvPr/>
        </p:nvSpPr>
        <p:spPr>
          <a:xfrm>
            <a:off x="5051810"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Monitor Changes</a:t>
            </a:r>
          </a:p>
        </p:txBody>
      </p:sp>
      <p:sp>
        <p:nvSpPr>
          <p:cNvPr id="15" name="TextBox 14"/>
          <p:cNvSpPr txBox="1"/>
          <p:nvPr/>
        </p:nvSpPr>
        <p:spPr>
          <a:xfrm>
            <a:off x="5101530"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Track additions, modifications, and file deletions.</a:t>
            </a:r>
          </a:p>
        </p:txBody>
      </p:sp>
      <p:sp>
        <p:nvSpPr>
          <p:cNvPr id="16" name="TextBox 15"/>
          <p:cNvSpPr txBox="1"/>
          <p:nvPr/>
        </p:nvSpPr>
        <p:spPr>
          <a:xfrm>
            <a:off x="7316825"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Detect Differences</a:t>
            </a:r>
          </a:p>
        </p:txBody>
      </p:sp>
      <p:sp>
        <p:nvSpPr>
          <p:cNvPr id="17" name="TextBox 16"/>
          <p:cNvSpPr txBox="1"/>
          <p:nvPr/>
        </p:nvSpPr>
        <p:spPr>
          <a:xfrm>
            <a:off x="7366545"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Perform granular Word, Excel, and Text content diffs.</a:t>
            </a:r>
          </a:p>
        </p:txBody>
      </p:sp>
      <p:sp>
        <p:nvSpPr>
          <p:cNvPr id="18" name="TextBox 17"/>
          <p:cNvSpPr txBox="1"/>
          <p:nvPr/>
        </p:nvSpPr>
        <p:spPr>
          <a:xfrm>
            <a:off x="9581841"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Generate Report</a:t>
            </a:r>
          </a:p>
        </p:txBody>
      </p:sp>
      <p:sp>
        <p:nvSpPr>
          <p:cNvPr id="19" name="TextBox 18"/>
          <p:cNvSpPr txBox="1"/>
          <p:nvPr/>
        </p:nvSpPr>
        <p:spPr>
          <a:xfrm>
            <a:off x="9631560"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Export audit-ready PDF logs and trigger alerts.</a:t>
            </a:r>
          </a:p>
        </p:txBody>
      </p:sp>
      <p:sp>
        <p:nvSpPr>
          <p:cNvPr id="20" name="TextBox 19"/>
          <p:cNvSpPr txBox="1"/>
          <p:nvPr/>
        </p:nvSpPr>
        <p:spPr>
          <a:xfrm>
            <a:off x="715433"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Solution &amp; Core Workflow</a:t>
            </a:r>
          </a:p>
        </p:txBody>
      </p:sp>
      <p:sp>
        <p:nvSpPr>
          <p:cNvPr id="21" name="Rounded Rectangle 2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67991"/>
            <a:ext cx="5334000" cy="2998291"/>
          </a:xfrm>
          <a:prstGeom prst="rect">
            <a:avLst/>
          </a:prstGeom>
        </p:spPr>
      </p:pic>
      <p:pic>
        <p:nvPicPr>
          <p:cNvPr id="4" name="Picture 3" descr="image.png"/>
          <p:cNvPicPr>
            <a:picLocks noChangeAspect="1"/>
          </p:cNvPicPr>
          <p:nvPr/>
        </p:nvPicPr>
        <p:blipFill>
          <a:blip r:embed="rId4"/>
          <a:stretch>
            <a:fillRect/>
          </a:stretch>
        </p:blipFill>
        <p:spPr>
          <a:xfrm>
            <a:off x="6286500" y="2267991"/>
            <a:ext cx="5334000" cy="2998291"/>
          </a:xfrm>
          <a:prstGeom prst="rect">
            <a:avLst/>
          </a:prstGeom>
        </p:spPr>
      </p:pic>
      <p:sp>
        <p:nvSpPr>
          <p:cNvPr id="5" name="TextBox 4"/>
          <p:cNvSpPr txBox="1"/>
          <p:nvPr/>
        </p:nvSpPr>
        <p:spPr>
          <a:xfrm>
            <a:off x="866775" y="2563266"/>
            <a:ext cx="4980622" cy="253916"/>
          </a:xfrm>
          <a:prstGeom prst="rect">
            <a:avLst/>
          </a:prstGeom>
          <a:noFill/>
        </p:spPr>
        <p:txBody>
          <a:bodyPr wrap="square" lIns="285750" tIns="0" rIns="0" bIns="0" anchor="t">
            <a:spAutoFit/>
          </a:bodyPr>
          <a:lstStyle/>
          <a:p>
            <a:pPr algn="l"/>
            <a:r>
              <a:rPr sz="1650" b="1" i="0" u="none" dirty="0">
                <a:solidFill>
                  <a:srgbClr val="0284C7"/>
                </a:solidFill>
                <a:latin typeface="Plus Jakarta Sans"/>
              </a:rPr>
              <a:t>Implemented in </a:t>
            </a:r>
            <a:r>
              <a:rPr lang="en-US" sz="1650" b="1" dirty="0">
                <a:solidFill>
                  <a:srgbClr val="0284C7"/>
                </a:solidFill>
                <a:latin typeface="Plus Jakarta Sans"/>
              </a:rPr>
              <a:t>the system</a:t>
            </a:r>
            <a:endParaRPr sz="1650" b="1" i="0" u="none" dirty="0">
              <a:solidFill>
                <a:srgbClr val="0284C7"/>
              </a:solidFill>
              <a:latin typeface="Plus Jakarta Sans"/>
            </a:endParaRPr>
          </a:p>
        </p:txBody>
      </p:sp>
      <p:sp>
        <p:nvSpPr>
          <p:cNvPr id="6" name="TextBox 5"/>
          <p:cNvSpPr txBox="1"/>
          <p:nvPr/>
        </p:nvSpPr>
        <p:spPr>
          <a:xfrm>
            <a:off x="6581775" y="2563266"/>
            <a:ext cx="4980622" cy="266700"/>
          </a:xfrm>
          <a:prstGeom prst="rect">
            <a:avLst/>
          </a:prstGeom>
          <a:noFill/>
        </p:spPr>
        <p:txBody>
          <a:bodyPr wrap="square" lIns="238125" tIns="0" rIns="0" bIns="0" anchor="t">
            <a:spAutoFit/>
          </a:bodyPr>
          <a:lstStyle/>
          <a:p>
            <a:pPr algn="l"/>
            <a:r>
              <a:rPr sz="1650" b="1" i="0" u="none">
                <a:solidFill>
                  <a:srgbClr val="64748B"/>
                </a:solidFill>
                <a:latin typeface="Plus Jakarta Sans"/>
              </a:rPr>
              <a:t>Planned for Future Releases</a:t>
            </a:r>
          </a:p>
        </p:txBody>
      </p:sp>
      <p:pic>
        <p:nvPicPr>
          <p:cNvPr id="7" name="Picture 6" descr="image.png"/>
          <p:cNvPicPr>
            <a:picLocks noChangeAspect="1"/>
          </p:cNvPicPr>
          <p:nvPr/>
        </p:nvPicPr>
        <p:blipFill>
          <a:blip r:embed="rId5"/>
          <a:stretch>
            <a:fillRect/>
          </a:stretch>
        </p:blipFill>
        <p:spPr>
          <a:xfrm>
            <a:off x="866775" y="2601366"/>
            <a:ext cx="209550" cy="209550"/>
          </a:xfrm>
          <a:prstGeom prst="rect">
            <a:avLst/>
          </a:prstGeom>
        </p:spPr>
      </p:pic>
      <p:sp>
        <p:nvSpPr>
          <p:cNvPr id="8" name="TextBox 7"/>
          <p:cNvSpPr txBox="1"/>
          <p:nvPr/>
        </p:nvSpPr>
        <p:spPr>
          <a:xfrm>
            <a:off x="1095375" y="2982366"/>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Folder selection &amp; SHA-256 baseline generation</a:t>
            </a:r>
          </a:p>
        </p:txBody>
      </p:sp>
      <p:sp>
        <p:nvSpPr>
          <p:cNvPr id="9" name="TextBox 8"/>
          <p:cNvSpPr txBox="1"/>
          <p:nvPr/>
        </p:nvSpPr>
        <p:spPr>
          <a:xfrm>
            <a:off x="1095375" y="331380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Automated detection of added, modified, &amp; deleted files</a:t>
            </a:r>
          </a:p>
        </p:txBody>
      </p:sp>
      <p:sp>
        <p:nvSpPr>
          <p:cNvPr id="10" name="TextBox 9"/>
          <p:cNvSpPr txBox="1"/>
          <p:nvPr/>
        </p:nvSpPr>
        <p:spPr>
          <a:xfrm>
            <a:off x="1095375" y="364524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Granular Text, Word (.docx), &amp; Excel (.xlsx) comparison</a:t>
            </a:r>
          </a:p>
        </p:txBody>
      </p:sp>
      <p:sp>
        <p:nvSpPr>
          <p:cNvPr id="11" name="TextBox 10"/>
          <p:cNvSpPr txBox="1"/>
          <p:nvPr/>
        </p:nvSpPr>
        <p:spPr>
          <a:xfrm>
            <a:off x="1095375" y="397668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PowerPoint (.pptx) structure integrity checking</a:t>
            </a:r>
          </a:p>
        </p:txBody>
      </p:sp>
      <p:sp>
        <p:nvSpPr>
          <p:cNvPr id="12" name="TextBox 11"/>
          <p:cNvSpPr txBox="1"/>
          <p:nvPr/>
        </p:nvSpPr>
        <p:spPr>
          <a:xfrm>
            <a:off x="1095375" y="430812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Automated PDF report generation &amp; export</a:t>
            </a:r>
          </a:p>
        </p:txBody>
      </p:sp>
      <p:sp>
        <p:nvSpPr>
          <p:cNvPr id="13" name="TextBox 12"/>
          <p:cNvSpPr txBox="1"/>
          <p:nvPr/>
        </p:nvSpPr>
        <p:spPr>
          <a:xfrm>
            <a:off x="1095375" y="463956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Comprehensive audit logging &amp; browser notifications</a:t>
            </a:r>
          </a:p>
        </p:txBody>
      </p:sp>
      <p:pic>
        <p:nvPicPr>
          <p:cNvPr id="14" name="Picture 13" descr="image.png"/>
          <p:cNvPicPr>
            <a:picLocks noChangeAspect="1"/>
          </p:cNvPicPr>
          <p:nvPr/>
        </p:nvPicPr>
        <p:blipFill>
          <a:blip r:embed="rId6"/>
          <a:stretch>
            <a:fillRect/>
          </a:stretch>
        </p:blipFill>
        <p:spPr>
          <a:xfrm>
            <a:off x="6581775" y="2601366"/>
            <a:ext cx="161925" cy="209550"/>
          </a:xfrm>
          <a:prstGeom prst="rect">
            <a:avLst/>
          </a:prstGeom>
        </p:spPr>
      </p:pic>
      <p:sp>
        <p:nvSpPr>
          <p:cNvPr id="15" name="TextBox 14"/>
          <p:cNvSpPr txBox="1"/>
          <p:nvPr/>
        </p:nvSpPr>
        <p:spPr>
          <a:xfrm>
            <a:off x="6810375" y="2991891"/>
            <a:ext cx="4514850" cy="223394"/>
          </a:xfrm>
          <a:prstGeom prst="rect">
            <a:avLst/>
          </a:prstGeom>
          <a:noFill/>
        </p:spPr>
        <p:txBody>
          <a:bodyPr wrap="square" lIns="0" tIns="0" rIns="0" bIns="0" anchor="t">
            <a:spAutoFit/>
          </a:bodyPr>
          <a:lstStyle/>
          <a:p>
            <a:pPr algn="l">
              <a:lnSpc>
                <a:spcPts val="1860"/>
              </a:lnSpc>
            </a:pPr>
            <a:r>
              <a:rPr lang="en-US" sz="1200" dirty="0">
                <a:solidFill>
                  <a:srgbClr val="475569"/>
                </a:solidFill>
                <a:latin typeface="Inter"/>
              </a:rPr>
              <a:t>Email notifications</a:t>
            </a:r>
            <a:endParaRPr lang="en-US" sz="1200" b="0" i="0" u="none" dirty="0">
              <a:solidFill>
                <a:srgbClr val="475569"/>
              </a:solidFill>
              <a:latin typeface="Inter"/>
            </a:endParaRPr>
          </a:p>
        </p:txBody>
      </p:sp>
      <p:sp>
        <p:nvSpPr>
          <p:cNvPr id="16" name="TextBox 15"/>
          <p:cNvSpPr txBox="1"/>
          <p:nvPr/>
        </p:nvSpPr>
        <p:spPr>
          <a:xfrm>
            <a:off x="6810375" y="3313807"/>
            <a:ext cx="4514850" cy="236190"/>
          </a:xfrm>
          <a:prstGeom prst="rect">
            <a:avLst/>
          </a:prstGeom>
          <a:noFill/>
        </p:spPr>
        <p:txBody>
          <a:bodyPr wrap="square" lIns="0" tIns="0" rIns="0" bIns="0" anchor="t">
            <a:spAutoFit/>
          </a:bodyPr>
          <a:lstStyle/>
          <a:p>
            <a:pPr algn="l">
              <a:lnSpc>
                <a:spcPts val="1860"/>
              </a:lnSpc>
            </a:pPr>
            <a:r>
              <a:rPr sz="1200" b="0" i="0" u="none" dirty="0">
                <a:solidFill>
                  <a:srgbClr val="475569"/>
                </a:solidFill>
                <a:latin typeface="Inter"/>
              </a:rPr>
              <a:t>Enterprise cloud management platform &amp; dashboard</a:t>
            </a:r>
          </a:p>
        </p:txBody>
      </p:sp>
      <p:sp>
        <p:nvSpPr>
          <p:cNvPr id="17" name="TextBox 16"/>
          <p:cNvSpPr txBox="1"/>
          <p:nvPr/>
        </p:nvSpPr>
        <p:spPr>
          <a:xfrm>
            <a:off x="6810375" y="3645247"/>
            <a:ext cx="4514850" cy="236190"/>
          </a:xfrm>
          <a:prstGeom prst="rect">
            <a:avLst/>
          </a:prstGeom>
          <a:noFill/>
        </p:spPr>
        <p:txBody>
          <a:bodyPr wrap="square" lIns="0" tIns="0" rIns="0" bIns="0" anchor="t">
            <a:spAutoFit/>
          </a:bodyPr>
          <a:lstStyle/>
          <a:p>
            <a:pPr algn="l">
              <a:lnSpc>
                <a:spcPts val="1860"/>
              </a:lnSpc>
            </a:pPr>
            <a:r>
              <a:rPr sz="1200" b="0" i="0" u="none" dirty="0">
                <a:solidFill>
                  <a:srgbClr val="475569"/>
                </a:solidFill>
                <a:latin typeface="Inter"/>
              </a:rPr>
              <a:t>Active Directory &amp; LDAP centralized authentication</a:t>
            </a:r>
          </a:p>
        </p:txBody>
      </p:sp>
      <p:sp>
        <p:nvSpPr>
          <p:cNvPr id="18" name="TextBox 17"/>
          <p:cNvSpPr txBox="1"/>
          <p:nvPr/>
        </p:nvSpPr>
        <p:spPr>
          <a:xfrm>
            <a:off x="6810375" y="397668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Multi-tenant role-based user access controls</a:t>
            </a:r>
          </a:p>
        </p:txBody>
      </p:sp>
      <p:sp>
        <p:nvSpPr>
          <p:cNvPr id="20" name="TextBox 19"/>
          <p:cNvSpPr txBox="1"/>
          <p:nvPr/>
        </p:nvSpPr>
        <p:spPr>
          <a:xfrm>
            <a:off x="923925" y="2963316"/>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1" name="TextBox 20"/>
          <p:cNvSpPr txBox="1"/>
          <p:nvPr/>
        </p:nvSpPr>
        <p:spPr>
          <a:xfrm>
            <a:off x="923925" y="329475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2" name="TextBox 21"/>
          <p:cNvSpPr txBox="1"/>
          <p:nvPr/>
        </p:nvSpPr>
        <p:spPr>
          <a:xfrm>
            <a:off x="923925" y="362619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3" name="TextBox 22"/>
          <p:cNvSpPr txBox="1"/>
          <p:nvPr/>
        </p:nvSpPr>
        <p:spPr>
          <a:xfrm>
            <a:off x="923925" y="395763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4" name="TextBox 23"/>
          <p:cNvSpPr txBox="1"/>
          <p:nvPr/>
        </p:nvSpPr>
        <p:spPr>
          <a:xfrm>
            <a:off x="923925" y="428907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5" name="TextBox 24"/>
          <p:cNvSpPr txBox="1"/>
          <p:nvPr/>
        </p:nvSpPr>
        <p:spPr>
          <a:xfrm>
            <a:off x="923925" y="462051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6" name="TextBox 25"/>
          <p:cNvSpPr txBox="1"/>
          <p:nvPr/>
        </p:nvSpPr>
        <p:spPr>
          <a:xfrm>
            <a:off x="6638925" y="2963316"/>
            <a:ext cx="85725" cy="295275"/>
          </a:xfrm>
          <a:prstGeom prst="rect">
            <a:avLst/>
          </a:prstGeom>
          <a:noFill/>
        </p:spPr>
        <p:txBody>
          <a:bodyPr wrap="square" lIns="0" tIns="0" rIns="0" bIns="0" anchor="t">
            <a:spAutoFit/>
          </a:bodyPr>
          <a:lstStyle/>
          <a:p>
            <a:pPr algn="l">
              <a:lnSpc>
                <a:spcPts val="2325"/>
              </a:lnSpc>
            </a:pPr>
            <a:r>
              <a:rPr lang="en-GH" sz="1500" b="1" i="0" u="none" dirty="0">
                <a:solidFill>
                  <a:srgbClr val="0284C7"/>
                </a:solidFill>
                <a:latin typeface="Inter"/>
              </a:rPr>
              <a:t>•</a:t>
            </a:r>
            <a:endParaRPr sz="1500" b="1" i="0" u="none" dirty="0">
              <a:solidFill>
                <a:srgbClr val="0284C7"/>
              </a:solidFill>
              <a:latin typeface="Inter"/>
            </a:endParaRPr>
          </a:p>
        </p:txBody>
      </p:sp>
      <p:sp>
        <p:nvSpPr>
          <p:cNvPr id="27" name="TextBox 26"/>
          <p:cNvSpPr txBox="1"/>
          <p:nvPr/>
        </p:nvSpPr>
        <p:spPr>
          <a:xfrm>
            <a:off x="6638925" y="3294757"/>
            <a:ext cx="85725" cy="271998"/>
          </a:xfrm>
          <a:prstGeom prst="rect">
            <a:avLst/>
          </a:prstGeom>
          <a:noFill/>
        </p:spPr>
        <p:txBody>
          <a:bodyPr wrap="square" lIns="0" tIns="0" rIns="0" bIns="0" anchor="t">
            <a:spAutoFit/>
          </a:bodyPr>
          <a:lstStyle/>
          <a:p>
            <a:pPr algn="l">
              <a:lnSpc>
                <a:spcPts val="2325"/>
              </a:lnSpc>
            </a:pPr>
            <a:r>
              <a:rPr sz="1500" b="1" i="0" u="none" dirty="0">
                <a:solidFill>
                  <a:srgbClr val="0284C7"/>
                </a:solidFill>
                <a:latin typeface="Inter"/>
              </a:rPr>
              <a:t>•</a:t>
            </a:r>
          </a:p>
        </p:txBody>
      </p:sp>
      <p:sp>
        <p:nvSpPr>
          <p:cNvPr id="28" name="TextBox 27"/>
          <p:cNvSpPr txBox="1"/>
          <p:nvPr/>
        </p:nvSpPr>
        <p:spPr>
          <a:xfrm>
            <a:off x="6638925" y="362619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9" name="TextBox 28"/>
          <p:cNvSpPr txBox="1"/>
          <p:nvPr/>
        </p:nvSpPr>
        <p:spPr>
          <a:xfrm>
            <a:off x="6638925" y="395763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31" name="TextBox 30"/>
          <p:cNvSpPr txBox="1"/>
          <p:nvPr/>
        </p:nvSpPr>
        <p:spPr>
          <a:xfrm>
            <a:off x="715433" y="817460"/>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MVP Scope</a:t>
            </a:r>
          </a:p>
        </p:txBody>
      </p:sp>
      <p:sp>
        <p:nvSpPr>
          <p:cNvPr id="32" name="Rounded Rectangle 31"/>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021359"/>
            <a:ext cx="2222748" cy="1491555"/>
          </a:xfrm>
          <a:prstGeom prst="rect">
            <a:avLst/>
          </a:prstGeom>
        </p:spPr>
      </p:pic>
      <p:pic>
        <p:nvPicPr>
          <p:cNvPr id="4" name="Picture 3" descr="image.png"/>
          <p:cNvPicPr>
            <a:picLocks noChangeAspect="1"/>
          </p:cNvPicPr>
          <p:nvPr/>
        </p:nvPicPr>
        <p:blipFill>
          <a:blip r:embed="rId4"/>
          <a:stretch>
            <a:fillRect/>
          </a:stretch>
        </p:blipFill>
        <p:spPr>
          <a:xfrm>
            <a:off x="3270498" y="2903190"/>
            <a:ext cx="2222748" cy="1727745"/>
          </a:xfrm>
          <a:prstGeom prst="rect">
            <a:avLst/>
          </a:prstGeom>
        </p:spPr>
      </p:pic>
      <p:pic>
        <p:nvPicPr>
          <p:cNvPr id="5" name="Picture 4" descr="image.png"/>
          <p:cNvPicPr>
            <a:picLocks noChangeAspect="1"/>
          </p:cNvPicPr>
          <p:nvPr/>
        </p:nvPicPr>
        <p:blipFill>
          <a:blip r:embed="rId5"/>
          <a:stretch>
            <a:fillRect/>
          </a:stretch>
        </p:blipFill>
        <p:spPr>
          <a:xfrm>
            <a:off x="5969496" y="2430809"/>
            <a:ext cx="2951857" cy="2672655"/>
          </a:xfrm>
          <a:prstGeom prst="rect">
            <a:avLst/>
          </a:prstGeom>
        </p:spPr>
      </p:pic>
      <p:pic>
        <p:nvPicPr>
          <p:cNvPr id="6" name="Picture 5" descr="image.png"/>
          <p:cNvPicPr>
            <a:picLocks noChangeAspect="1"/>
          </p:cNvPicPr>
          <p:nvPr/>
        </p:nvPicPr>
        <p:blipFill>
          <a:blip r:embed="rId6"/>
          <a:stretch>
            <a:fillRect/>
          </a:stretch>
        </p:blipFill>
        <p:spPr>
          <a:xfrm>
            <a:off x="9397603" y="3021359"/>
            <a:ext cx="2222748" cy="1491555"/>
          </a:xfrm>
          <a:prstGeom prst="rect">
            <a:avLst/>
          </a:prstGeom>
        </p:spPr>
      </p:pic>
      <p:pic>
        <p:nvPicPr>
          <p:cNvPr id="7" name="Picture 6" descr="image.png"/>
          <p:cNvPicPr>
            <a:picLocks noChangeAspect="1"/>
          </p:cNvPicPr>
          <p:nvPr/>
        </p:nvPicPr>
        <p:blipFill>
          <a:blip r:embed="rId7"/>
          <a:stretch>
            <a:fillRect/>
          </a:stretch>
        </p:blipFill>
        <p:spPr>
          <a:xfrm>
            <a:off x="6169521" y="3836640"/>
            <a:ext cx="1208782" cy="476250"/>
          </a:xfrm>
          <a:prstGeom prst="rect">
            <a:avLst/>
          </a:prstGeom>
        </p:spPr>
      </p:pic>
      <p:pic>
        <p:nvPicPr>
          <p:cNvPr id="8" name="Picture 7" descr="image.png"/>
          <p:cNvPicPr>
            <a:picLocks noChangeAspect="1"/>
          </p:cNvPicPr>
          <p:nvPr/>
        </p:nvPicPr>
        <p:blipFill>
          <a:blip r:embed="rId8"/>
          <a:stretch>
            <a:fillRect/>
          </a:stretch>
        </p:blipFill>
        <p:spPr>
          <a:xfrm>
            <a:off x="7556397" y="3840509"/>
            <a:ext cx="1228725" cy="476250"/>
          </a:xfrm>
          <a:prstGeom prst="rect">
            <a:avLst/>
          </a:prstGeom>
        </p:spPr>
      </p:pic>
      <p:pic>
        <p:nvPicPr>
          <p:cNvPr id="9" name="Picture 8" descr="image.png"/>
          <p:cNvPicPr>
            <a:picLocks noChangeAspect="1"/>
          </p:cNvPicPr>
          <p:nvPr/>
        </p:nvPicPr>
        <p:blipFill>
          <a:blip r:embed="rId9"/>
          <a:stretch>
            <a:fillRect/>
          </a:stretch>
        </p:blipFill>
        <p:spPr>
          <a:xfrm>
            <a:off x="6169521" y="4427190"/>
            <a:ext cx="1208782" cy="476250"/>
          </a:xfrm>
          <a:prstGeom prst="rect">
            <a:avLst/>
          </a:prstGeom>
        </p:spPr>
      </p:pic>
      <p:pic>
        <p:nvPicPr>
          <p:cNvPr id="10" name="Picture 9" descr="image.png"/>
          <p:cNvPicPr>
            <a:picLocks noChangeAspect="1"/>
          </p:cNvPicPr>
          <p:nvPr/>
        </p:nvPicPr>
        <p:blipFill>
          <a:blip r:embed="rId10"/>
          <a:stretch>
            <a:fillRect/>
          </a:stretch>
        </p:blipFill>
        <p:spPr>
          <a:xfrm>
            <a:off x="7492603" y="4427190"/>
            <a:ext cx="1228725" cy="476250"/>
          </a:xfrm>
          <a:prstGeom prst="rect">
            <a:avLst/>
          </a:prstGeom>
        </p:spPr>
      </p:pic>
      <p:sp>
        <p:nvSpPr>
          <p:cNvPr id="11" name="TextBox 10"/>
          <p:cNvSpPr txBox="1"/>
          <p:nvPr/>
        </p:nvSpPr>
        <p:spPr>
          <a:xfrm>
            <a:off x="725957" y="3621434"/>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End User / Admin</a:t>
            </a:r>
          </a:p>
        </p:txBody>
      </p:sp>
      <p:sp>
        <p:nvSpPr>
          <p:cNvPr id="12" name="TextBox 11"/>
          <p:cNvSpPr txBox="1"/>
          <p:nvPr/>
        </p:nvSpPr>
        <p:spPr>
          <a:xfrm>
            <a:off x="771525" y="3840509"/>
            <a:ext cx="1822698" cy="472380"/>
          </a:xfrm>
          <a:prstGeom prst="rect">
            <a:avLst/>
          </a:prstGeom>
          <a:noFill/>
        </p:spPr>
        <p:txBody>
          <a:bodyPr wrap="square" lIns="0" tIns="0" rIns="0" bIns="0" anchor="t">
            <a:spAutoFit/>
          </a:bodyPr>
          <a:lstStyle/>
          <a:p>
            <a:pPr algn="ctr">
              <a:lnSpc>
                <a:spcPts val="1860"/>
              </a:lnSpc>
            </a:pPr>
            <a:r>
              <a:rPr sz="1200" b="0" i="0" u="none">
                <a:solidFill>
                  <a:srgbClr val="475569"/>
                </a:solidFill>
                <a:latin typeface="Inter"/>
              </a:rPr>
              <a:t>Configures target paths &amp; reviews audit alerts</a:t>
            </a:r>
          </a:p>
        </p:txBody>
      </p:sp>
      <p:pic>
        <p:nvPicPr>
          <p:cNvPr id="13" name="Picture 12" descr="image.png"/>
          <p:cNvPicPr>
            <a:picLocks noChangeAspect="1"/>
          </p:cNvPicPr>
          <p:nvPr/>
        </p:nvPicPr>
        <p:blipFill>
          <a:blip r:embed="rId11"/>
          <a:stretch>
            <a:fillRect/>
          </a:stretch>
        </p:blipFill>
        <p:spPr>
          <a:xfrm>
            <a:off x="2946648" y="3671887"/>
            <a:ext cx="171450" cy="190500"/>
          </a:xfrm>
          <a:prstGeom prst="rect">
            <a:avLst/>
          </a:prstGeom>
        </p:spPr>
      </p:pic>
      <p:sp>
        <p:nvSpPr>
          <p:cNvPr id="14" name="TextBox 13"/>
          <p:cNvSpPr txBox="1"/>
          <p:nvPr/>
        </p:nvSpPr>
        <p:spPr>
          <a:xfrm>
            <a:off x="3424955" y="3503265"/>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User Interface (GUI)</a:t>
            </a:r>
          </a:p>
        </p:txBody>
      </p:sp>
      <p:sp>
        <p:nvSpPr>
          <p:cNvPr id="15" name="TextBox 14"/>
          <p:cNvSpPr txBox="1"/>
          <p:nvPr/>
        </p:nvSpPr>
        <p:spPr>
          <a:xfrm>
            <a:off x="3470523" y="3722340"/>
            <a:ext cx="1822698" cy="708570"/>
          </a:xfrm>
          <a:prstGeom prst="rect">
            <a:avLst/>
          </a:prstGeom>
          <a:noFill/>
        </p:spPr>
        <p:txBody>
          <a:bodyPr wrap="square" lIns="0" tIns="0" rIns="0" bIns="0" anchor="t">
            <a:spAutoFit/>
          </a:bodyPr>
          <a:lstStyle/>
          <a:p>
            <a:pPr algn="ctr">
              <a:lnSpc>
                <a:spcPts val="1860"/>
              </a:lnSpc>
            </a:pPr>
            <a:r>
              <a:rPr sz="1200" b="0" i="0" u="none">
                <a:solidFill>
                  <a:srgbClr val="475569"/>
                </a:solidFill>
                <a:latin typeface="Inter"/>
              </a:rPr>
              <a:t>Intuitive dashboard &amp; real-time notification layer</a:t>
            </a:r>
          </a:p>
        </p:txBody>
      </p:sp>
      <p:pic>
        <p:nvPicPr>
          <p:cNvPr id="16" name="Picture 15" descr="image.png"/>
          <p:cNvPicPr>
            <a:picLocks noChangeAspect="1"/>
          </p:cNvPicPr>
          <p:nvPr/>
        </p:nvPicPr>
        <p:blipFill>
          <a:blip r:embed="rId12"/>
          <a:stretch>
            <a:fillRect/>
          </a:stretch>
        </p:blipFill>
        <p:spPr>
          <a:xfrm>
            <a:off x="5645646" y="3671887"/>
            <a:ext cx="171450" cy="190500"/>
          </a:xfrm>
          <a:prstGeom prst="rect">
            <a:avLst/>
          </a:prstGeom>
        </p:spPr>
      </p:pic>
      <p:sp>
        <p:nvSpPr>
          <p:cNvPr id="17" name="TextBox 16"/>
          <p:cNvSpPr txBox="1"/>
          <p:nvPr/>
        </p:nvSpPr>
        <p:spPr>
          <a:xfrm>
            <a:off x="6105725" y="3030884"/>
            <a:ext cx="2679397" cy="219075"/>
          </a:xfrm>
          <a:prstGeom prst="rect">
            <a:avLst/>
          </a:prstGeom>
          <a:noFill/>
        </p:spPr>
        <p:txBody>
          <a:bodyPr wrap="square" lIns="0" tIns="0" rIns="0" bIns="0" anchor="t">
            <a:spAutoFit/>
          </a:bodyPr>
          <a:lstStyle/>
          <a:p>
            <a:pPr algn="ctr"/>
            <a:r>
              <a:rPr sz="1404" b="1" i="0" u="none">
                <a:solidFill>
                  <a:srgbClr val="FFFFFF"/>
                </a:solidFill>
                <a:latin typeface="Plus Jakarta Sans"/>
              </a:rPr>
              <a:t>FIMS Integrity Engine</a:t>
            </a:r>
          </a:p>
        </p:txBody>
      </p:sp>
      <p:sp>
        <p:nvSpPr>
          <p:cNvPr id="18" name="TextBox 17"/>
          <p:cNvSpPr txBox="1"/>
          <p:nvPr/>
        </p:nvSpPr>
        <p:spPr>
          <a:xfrm>
            <a:off x="6169521" y="3249959"/>
            <a:ext cx="2551807" cy="472380"/>
          </a:xfrm>
          <a:prstGeom prst="rect">
            <a:avLst/>
          </a:prstGeom>
          <a:noFill/>
        </p:spPr>
        <p:txBody>
          <a:bodyPr wrap="square" lIns="0" tIns="0" rIns="0" bIns="0" anchor="t">
            <a:spAutoFit/>
          </a:bodyPr>
          <a:lstStyle/>
          <a:p>
            <a:pPr algn="ctr">
              <a:lnSpc>
                <a:spcPts val="1860"/>
              </a:lnSpc>
            </a:pPr>
            <a:r>
              <a:rPr sz="1200" b="0" i="0" u="none">
                <a:solidFill>
                  <a:srgbClr val="FFFFFF"/>
                </a:solidFill>
                <a:latin typeface="Inter"/>
              </a:rPr>
              <a:t>Core cryptographic processing &amp; diff analysis</a:t>
            </a:r>
          </a:p>
        </p:txBody>
      </p:sp>
      <p:pic>
        <p:nvPicPr>
          <p:cNvPr id="19" name="Picture 18" descr="image.png"/>
          <p:cNvPicPr>
            <a:picLocks noChangeAspect="1"/>
          </p:cNvPicPr>
          <p:nvPr/>
        </p:nvPicPr>
        <p:blipFill>
          <a:blip r:embed="rId12"/>
          <a:stretch>
            <a:fillRect/>
          </a:stretch>
        </p:blipFill>
        <p:spPr>
          <a:xfrm>
            <a:off x="9073753" y="3671887"/>
            <a:ext cx="171450" cy="190500"/>
          </a:xfrm>
          <a:prstGeom prst="rect">
            <a:avLst/>
          </a:prstGeom>
        </p:spPr>
      </p:pic>
      <p:sp>
        <p:nvSpPr>
          <p:cNvPr id="20" name="TextBox 19"/>
          <p:cNvSpPr txBox="1"/>
          <p:nvPr/>
        </p:nvSpPr>
        <p:spPr>
          <a:xfrm>
            <a:off x="9552060" y="3621434"/>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PDF Audit Report</a:t>
            </a:r>
          </a:p>
        </p:txBody>
      </p:sp>
      <p:sp>
        <p:nvSpPr>
          <p:cNvPr id="21" name="TextBox 20"/>
          <p:cNvSpPr txBox="1"/>
          <p:nvPr/>
        </p:nvSpPr>
        <p:spPr>
          <a:xfrm>
            <a:off x="9597628" y="3840509"/>
            <a:ext cx="1822698" cy="472380"/>
          </a:xfrm>
          <a:prstGeom prst="rect">
            <a:avLst/>
          </a:prstGeom>
          <a:noFill/>
        </p:spPr>
        <p:txBody>
          <a:bodyPr wrap="square" lIns="0" tIns="0" rIns="0" bIns="0" anchor="t">
            <a:spAutoFit/>
          </a:bodyPr>
          <a:lstStyle/>
          <a:p>
            <a:pPr algn="ctr">
              <a:lnSpc>
                <a:spcPts val="1860"/>
              </a:lnSpc>
            </a:pPr>
            <a:r>
              <a:rPr sz="1200" b="0" i="0" u="none" dirty="0">
                <a:solidFill>
                  <a:srgbClr val="475569"/>
                </a:solidFill>
                <a:latin typeface="Inter"/>
              </a:rPr>
              <a:t>Immutable export for compliance verification</a:t>
            </a:r>
          </a:p>
        </p:txBody>
      </p:sp>
      <p:pic>
        <p:nvPicPr>
          <p:cNvPr id="22" name="Picture 21" descr="image.png"/>
          <p:cNvPicPr>
            <a:picLocks noChangeAspect="1"/>
          </p:cNvPicPr>
          <p:nvPr/>
        </p:nvPicPr>
        <p:blipFill>
          <a:blip r:embed="rId13"/>
          <a:stretch>
            <a:fillRect/>
          </a:stretch>
        </p:blipFill>
        <p:spPr>
          <a:xfrm>
            <a:off x="1516112" y="3249959"/>
            <a:ext cx="333375" cy="266700"/>
          </a:xfrm>
          <a:prstGeom prst="rect">
            <a:avLst/>
          </a:prstGeom>
        </p:spPr>
      </p:pic>
      <p:pic>
        <p:nvPicPr>
          <p:cNvPr id="23" name="Picture 22" descr="image.png"/>
          <p:cNvPicPr>
            <a:picLocks noChangeAspect="1"/>
          </p:cNvPicPr>
          <p:nvPr/>
        </p:nvPicPr>
        <p:blipFill>
          <a:blip r:embed="rId14"/>
          <a:stretch>
            <a:fillRect/>
          </a:stretch>
        </p:blipFill>
        <p:spPr>
          <a:xfrm>
            <a:off x="4229397" y="3131790"/>
            <a:ext cx="304800" cy="266700"/>
          </a:xfrm>
          <a:prstGeom prst="rect">
            <a:avLst/>
          </a:prstGeom>
        </p:spPr>
      </p:pic>
      <p:pic>
        <p:nvPicPr>
          <p:cNvPr id="24" name="Picture 23" descr="image.png"/>
          <p:cNvPicPr>
            <a:picLocks noChangeAspect="1"/>
          </p:cNvPicPr>
          <p:nvPr/>
        </p:nvPicPr>
        <p:blipFill>
          <a:blip r:embed="rId15"/>
          <a:stretch>
            <a:fillRect/>
          </a:stretch>
        </p:blipFill>
        <p:spPr>
          <a:xfrm>
            <a:off x="7312074" y="2659409"/>
            <a:ext cx="266700" cy="266700"/>
          </a:xfrm>
          <a:prstGeom prst="rect">
            <a:avLst/>
          </a:prstGeom>
        </p:spPr>
      </p:pic>
      <p:pic>
        <p:nvPicPr>
          <p:cNvPr id="25" name="Picture 24" descr="image.png"/>
          <p:cNvPicPr>
            <a:picLocks noChangeAspect="1"/>
          </p:cNvPicPr>
          <p:nvPr/>
        </p:nvPicPr>
        <p:blipFill>
          <a:blip r:embed="rId16"/>
          <a:stretch>
            <a:fillRect/>
          </a:stretch>
        </p:blipFill>
        <p:spPr>
          <a:xfrm>
            <a:off x="10408890" y="3249959"/>
            <a:ext cx="200025" cy="266700"/>
          </a:xfrm>
          <a:prstGeom prst="rect">
            <a:avLst/>
          </a:prstGeom>
        </p:spPr>
      </p:pic>
      <p:pic>
        <p:nvPicPr>
          <p:cNvPr id="26" name="Picture 25" descr="image.png"/>
          <p:cNvPicPr>
            <a:picLocks noChangeAspect="1"/>
          </p:cNvPicPr>
          <p:nvPr/>
        </p:nvPicPr>
        <p:blipFill>
          <a:blip r:embed="rId17"/>
          <a:stretch>
            <a:fillRect/>
          </a:stretch>
        </p:blipFill>
        <p:spPr>
          <a:xfrm>
            <a:off x="6293346" y="4012852"/>
            <a:ext cx="123825" cy="123825"/>
          </a:xfrm>
          <a:prstGeom prst="rect">
            <a:avLst/>
          </a:prstGeom>
        </p:spPr>
      </p:pic>
      <p:pic>
        <p:nvPicPr>
          <p:cNvPr id="27" name="Picture 26" descr="image.png"/>
          <p:cNvPicPr>
            <a:picLocks noChangeAspect="1"/>
          </p:cNvPicPr>
          <p:nvPr/>
        </p:nvPicPr>
        <p:blipFill>
          <a:blip r:embed="rId18"/>
          <a:stretch>
            <a:fillRect/>
          </a:stretch>
        </p:blipFill>
        <p:spPr>
          <a:xfrm>
            <a:off x="7616428" y="4012852"/>
            <a:ext cx="123825" cy="123825"/>
          </a:xfrm>
          <a:prstGeom prst="rect">
            <a:avLst/>
          </a:prstGeom>
        </p:spPr>
      </p:pic>
      <p:pic>
        <p:nvPicPr>
          <p:cNvPr id="28" name="Picture 27" descr="image.png"/>
          <p:cNvPicPr>
            <a:picLocks noChangeAspect="1"/>
          </p:cNvPicPr>
          <p:nvPr/>
        </p:nvPicPr>
        <p:blipFill>
          <a:blip r:embed="rId19"/>
          <a:stretch>
            <a:fillRect/>
          </a:stretch>
        </p:blipFill>
        <p:spPr>
          <a:xfrm>
            <a:off x="6293346" y="4603402"/>
            <a:ext cx="123825" cy="123825"/>
          </a:xfrm>
          <a:prstGeom prst="rect">
            <a:avLst/>
          </a:prstGeom>
        </p:spPr>
      </p:pic>
      <p:pic>
        <p:nvPicPr>
          <p:cNvPr id="29" name="Picture 28" descr="image.png"/>
          <p:cNvPicPr>
            <a:picLocks noChangeAspect="1"/>
          </p:cNvPicPr>
          <p:nvPr/>
        </p:nvPicPr>
        <p:blipFill>
          <a:blip r:embed="rId20"/>
          <a:stretch>
            <a:fillRect/>
          </a:stretch>
        </p:blipFill>
        <p:spPr>
          <a:xfrm>
            <a:off x="7616428" y="4603402"/>
            <a:ext cx="123825" cy="123825"/>
          </a:xfrm>
          <a:prstGeom prst="rect">
            <a:avLst/>
          </a:prstGeom>
        </p:spPr>
      </p:pic>
      <p:sp>
        <p:nvSpPr>
          <p:cNvPr id="30" name="TextBox 29"/>
          <p:cNvSpPr txBox="1"/>
          <p:nvPr/>
        </p:nvSpPr>
        <p:spPr>
          <a:xfrm>
            <a:off x="725957" y="805904"/>
            <a:ext cx="11601450" cy="409575"/>
          </a:xfrm>
          <a:prstGeom prst="rect">
            <a:avLst/>
          </a:prstGeom>
          <a:noFill/>
        </p:spPr>
        <p:txBody>
          <a:bodyPr wrap="square" lIns="0" tIns="0" rIns="0" bIns="0" anchor="ctr">
            <a:spAutoFit/>
          </a:bodyPr>
          <a:lstStyle/>
          <a:p>
            <a:pPr algn="l"/>
            <a:r>
              <a:rPr sz="2550" b="1" i="0" u="none">
                <a:solidFill>
                  <a:srgbClr val="0F172A"/>
                </a:solidFill>
                <a:latin typeface="Plus Jakarta Sans"/>
              </a:rPr>
              <a:t>System Architecture</a:t>
            </a:r>
          </a:p>
        </p:txBody>
      </p:sp>
      <p:sp>
        <p:nvSpPr>
          <p:cNvPr id="31" name="Rounded Rectangle 3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p:cNvPicPr>
            <a:picLocks noChangeAspect="1"/>
          </p:cNvPicPr>
          <p:nvPr/>
        </p:nvPicPr>
        <p:blipFill>
          <a:blip r:embed="rId3"/>
          <a:srcRect/>
          <a:stretch/>
        </p:blipFill>
        <p:spPr>
          <a:xfrm>
            <a:off x="6675293" y="1633537"/>
            <a:ext cx="4442113" cy="3619500"/>
          </a:xfrm>
          <a:prstGeom prst="rect">
            <a:avLst/>
          </a:prstGeom>
        </p:spPr>
      </p:pic>
      <p:sp>
        <p:nvSpPr>
          <p:cNvPr id="5" name="TextBox 4"/>
          <p:cNvSpPr txBox="1"/>
          <p:nvPr/>
        </p:nvSpPr>
        <p:spPr>
          <a:xfrm>
            <a:off x="1000125" y="19573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1: Application Setup</a:t>
            </a:r>
            <a:r>
              <a:rPr sz="1200" b="0" i="0" u="none">
                <a:solidFill>
                  <a:srgbClr val="475569"/>
                </a:solidFill>
                <a:latin typeface="Inter"/>
              </a:rPr>
              <a:t> — Launch FIMS, select target directory, and build SHA-256 baseline.</a:t>
            </a:r>
          </a:p>
        </p:txBody>
      </p:sp>
      <p:sp>
        <p:nvSpPr>
          <p:cNvPr id="6" name="TextBox 5"/>
          <p:cNvSpPr txBox="1"/>
          <p:nvPr/>
        </p:nvSpPr>
        <p:spPr>
          <a:xfrm>
            <a:off x="1000125" y="25669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2: Simulate Modifications</a:t>
            </a:r>
            <a:r>
              <a:rPr sz="1200" b="0" i="0" u="none">
                <a:solidFill>
                  <a:srgbClr val="475569"/>
                </a:solidFill>
                <a:latin typeface="Inter"/>
              </a:rPr>
              <a:t> — Modify Word &amp; Excel documents, delete an existing file, and add a new file.</a:t>
            </a:r>
          </a:p>
        </p:txBody>
      </p:sp>
      <p:sp>
        <p:nvSpPr>
          <p:cNvPr id="7" name="TextBox 6"/>
          <p:cNvSpPr txBox="1"/>
          <p:nvPr/>
        </p:nvSpPr>
        <p:spPr>
          <a:xfrm>
            <a:off x="1000125" y="31765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3: Execute Integrity Check</a:t>
            </a:r>
            <a:r>
              <a:rPr sz="1200" b="0" i="0" u="none">
                <a:solidFill>
                  <a:srgbClr val="475569"/>
                </a:solidFill>
                <a:latin typeface="Inter"/>
              </a:rPr>
              <a:t> — Run verification to instantly isolate affected files.</a:t>
            </a:r>
          </a:p>
        </p:txBody>
      </p:sp>
      <p:sp>
        <p:nvSpPr>
          <p:cNvPr id="8" name="TextBox 7"/>
          <p:cNvSpPr txBox="1"/>
          <p:nvPr/>
        </p:nvSpPr>
        <p:spPr>
          <a:xfrm>
            <a:off x="1000125" y="37861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4: Audit &amp; Inspect Diffs</a:t>
            </a:r>
            <a:r>
              <a:rPr sz="1200" b="0" i="0" u="none">
                <a:solidFill>
                  <a:srgbClr val="475569"/>
                </a:solidFill>
                <a:latin typeface="Inter"/>
              </a:rPr>
              <a:t> — Review document content diffs and generate executive PDF report.</a:t>
            </a:r>
          </a:p>
        </p:txBody>
      </p:sp>
      <p:sp>
        <p:nvSpPr>
          <p:cNvPr id="9" name="TextBox 8"/>
          <p:cNvSpPr txBox="1"/>
          <p:nvPr/>
        </p:nvSpPr>
        <p:spPr>
          <a:xfrm>
            <a:off x="628650" y="19383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0" name="TextBox 9"/>
          <p:cNvSpPr txBox="1"/>
          <p:nvPr/>
        </p:nvSpPr>
        <p:spPr>
          <a:xfrm>
            <a:off x="628650" y="25479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1" name="TextBox 10"/>
          <p:cNvSpPr txBox="1"/>
          <p:nvPr/>
        </p:nvSpPr>
        <p:spPr>
          <a:xfrm>
            <a:off x="628650" y="31575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2" name="TextBox 11"/>
          <p:cNvSpPr txBox="1"/>
          <p:nvPr/>
        </p:nvSpPr>
        <p:spPr>
          <a:xfrm>
            <a:off x="628650" y="37671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3" name="Picture 12" descr="image.png"/>
          <p:cNvPicPr>
            <a:picLocks noChangeAspect="1"/>
          </p:cNvPicPr>
          <p:nvPr/>
        </p:nvPicPr>
        <p:blipFill>
          <a:blip r:embed="rId4"/>
          <a:stretch>
            <a:fillRect/>
          </a:stretch>
        </p:blipFill>
        <p:spPr>
          <a:xfrm>
            <a:off x="571500" y="1971675"/>
            <a:ext cx="209550" cy="219075"/>
          </a:xfrm>
          <a:prstGeom prst="rect">
            <a:avLst/>
          </a:prstGeom>
        </p:spPr>
      </p:pic>
      <p:pic>
        <p:nvPicPr>
          <p:cNvPr id="14" name="Picture 13" descr="image.png"/>
          <p:cNvPicPr>
            <a:picLocks noChangeAspect="1"/>
          </p:cNvPicPr>
          <p:nvPr/>
        </p:nvPicPr>
        <p:blipFill>
          <a:blip r:embed="rId5"/>
          <a:stretch>
            <a:fillRect/>
          </a:stretch>
        </p:blipFill>
        <p:spPr>
          <a:xfrm>
            <a:off x="571500" y="2581275"/>
            <a:ext cx="209550" cy="219075"/>
          </a:xfrm>
          <a:prstGeom prst="rect">
            <a:avLst/>
          </a:prstGeom>
        </p:spPr>
      </p:pic>
      <p:pic>
        <p:nvPicPr>
          <p:cNvPr id="15" name="Picture 14" descr="image.png"/>
          <p:cNvPicPr>
            <a:picLocks noChangeAspect="1"/>
          </p:cNvPicPr>
          <p:nvPr/>
        </p:nvPicPr>
        <p:blipFill>
          <a:blip r:embed="rId6"/>
          <a:stretch>
            <a:fillRect/>
          </a:stretch>
        </p:blipFill>
        <p:spPr>
          <a:xfrm>
            <a:off x="571500" y="3190875"/>
            <a:ext cx="209550" cy="219075"/>
          </a:xfrm>
          <a:prstGeom prst="rect">
            <a:avLst/>
          </a:prstGeom>
        </p:spPr>
      </p:pic>
      <p:pic>
        <p:nvPicPr>
          <p:cNvPr id="16" name="Picture 15" descr="image.png"/>
          <p:cNvPicPr>
            <a:picLocks noChangeAspect="1"/>
          </p:cNvPicPr>
          <p:nvPr/>
        </p:nvPicPr>
        <p:blipFill>
          <a:blip r:embed="rId7"/>
          <a:stretch>
            <a:fillRect/>
          </a:stretch>
        </p:blipFill>
        <p:spPr>
          <a:xfrm>
            <a:off x="571500" y="3800475"/>
            <a:ext cx="238125" cy="219075"/>
          </a:xfrm>
          <a:prstGeom prst="rect">
            <a:avLst/>
          </a:prstGeom>
        </p:spPr>
      </p:pic>
      <p:sp>
        <p:nvSpPr>
          <p:cNvPr id="17" name="TextBox 16"/>
          <p:cNvSpPr txBox="1"/>
          <p:nvPr/>
        </p:nvSpPr>
        <p:spPr>
          <a:xfrm>
            <a:off x="714375" y="822967"/>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Live Demonstration Plan</a:t>
            </a:r>
          </a:p>
        </p:txBody>
      </p:sp>
      <p:sp>
        <p:nvSpPr>
          <p:cNvPr id="18" name="Rounded Rectangle 17"/>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43175"/>
            <a:ext cx="2590800" cy="2447925"/>
          </a:xfrm>
          <a:prstGeom prst="rect">
            <a:avLst/>
          </a:prstGeom>
        </p:spPr>
      </p:pic>
      <p:pic>
        <p:nvPicPr>
          <p:cNvPr id="4" name="Picture 3" descr="image.png"/>
          <p:cNvPicPr>
            <a:picLocks noChangeAspect="1"/>
          </p:cNvPicPr>
          <p:nvPr/>
        </p:nvPicPr>
        <p:blipFill>
          <a:blip r:embed="rId4"/>
          <a:stretch>
            <a:fillRect/>
          </a:stretch>
        </p:blipFill>
        <p:spPr>
          <a:xfrm>
            <a:off x="3390900" y="2543175"/>
            <a:ext cx="2590800" cy="2447925"/>
          </a:xfrm>
          <a:prstGeom prst="rect">
            <a:avLst/>
          </a:prstGeom>
        </p:spPr>
      </p:pic>
      <p:pic>
        <p:nvPicPr>
          <p:cNvPr id="5" name="Picture 4" descr="image.png"/>
          <p:cNvPicPr>
            <a:picLocks noChangeAspect="1"/>
          </p:cNvPicPr>
          <p:nvPr/>
        </p:nvPicPr>
        <p:blipFill>
          <a:blip r:embed="rId4"/>
          <a:stretch>
            <a:fillRect/>
          </a:stretch>
        </p:blipFill>
        <p:spPr>
          <a:xfrm>
            <a:off x="6210300" y="2543175"/>
            <a:ext cx="2590800" cy="2447925"/>
          </a:xfrm>
          <a:prstGeom prst="rect">
            <a:avLst/>
          </a:prstGeom>
        </p:spPr>
      </p:pic>
      <p:pic>
        <p:nvPicPr>
          <p:cNvPr id="6" name="Picture 5" descr="image.png"/>
          <p:cNvPicPr>
            <a:picLocks noChangeAspect="1"/>
          </p:cNvPicPr>
          <p:nvPr/>
        </p:nvPicPr>
        <p:blipFill>
          <a:blip r:embed="rId5"/>
          <a:stretch>
            <a:fillRect/>
          </a:stretch>
        </p:blipFill>
        <p:spPr>
          <a:xfrm>
            <a:off x="9029700" y="2543175"/>
            <a:ext cx="2590800" cy="2447925"/>
          </a:xfrm>
          <a:prstGeom prst="rect">
            <a:avLst/>
          </a:prstGeom>
        </p:spPr>
      </p:pic>
      <p:pic>
        <p:nvPicPr>
          <p:cNvPr id="7" name="Picture 6" descr="image.png"/>
          <p:cNvPicPr>
            <a:picLocks noChangeAspect="1"/>
          </p:cNvPicPr>
          <p:nvPr/>
        </p:nvPicPr>
        <p:blipFill>
          <a:blip r:embed="rId6"/>
          <a:stretch>
            <a:fillRect/>
          </a:stretch>
        </p:blipFill>
        <p:spPr>
          <a:xfrm>
            <a:off x="809625" y="2819400"/>
            <a:ext cx="495300" cy="495300"/>
          </a:xfrm>
          <a:prstGeom prst="rect">
            <a:avLst/>
          </a:prstGeom>
        </p:spPr>
      </p:pic>
      <p:sp>
        <p:nvSpPr>
          <p:cNvPr id="8" name="TextBox 7"/>
          <p:cNvSpPr txBox="1"/>
          <p:nvPr/>
        </p:nvSpPr>
        <p:spPr>
          <a:xfrm>
            <a:off x="809625" y="3505200"/>
            <a:ext cx="1730216" cy="238125"/>
          </a:xfrm>
          <a:prstGeom prst="rect">
            <a:avLst/>
          </a:prstGeom>
          <a:noFill/>
        </p:spPr>
        <p:txBody>
          <a:bodyPr wrap="square" lIns="0" tIns="0" rIns="0" bIns="0" anchor="t">
            <a:spAutoFit/>
          </a:bodyPr>
          <a:lstStyle/>
          <a:p>
            <a:pPr algn="l"/>
            <a:r>
              <a:rPr sz="1500" b="1" i="0" u="none">
                <a:solidFill>
                  <a:srgbClr val="0F172A"/>
                </a:solidFill>
                <a:latin typeface="Plus Jakarta Sans"/>
              </a:rPr>
              <a:t>SHA-256 Hashing</a:t>
            </a:r>
          </a:p>
        </p:txBody>
      </p:sp>
      <p:sp>
        <p:nvSpPr>
          <p:cNvPr id="9" name="TextBox 8"/>
          <p:cNvSpPr txBox="1"/>
          <p:nvPr/>
        </p:nvSpPr>
        <p:spPr>
          <a:xfrm>
            <a:off x="8096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Uses NIST-standard cryptographic hashing for foolproof detection of byte-level file alterations.</a:t>
            </a:r>
          </a:p>
        </p:txBody>
      </p:sp>
      <p:pic>
        <p:nvPicPr>
          <p:cNvPr id="10" name="Picture 9" descr="image.png"/>
          <p:cNvPicPr>
            <a:picLocks noChangeAspect="1"/>
          </p:cNvPicPr>
          <p:nvPr/>
        </p:nvPicPr>
        <p:blipFill>
          <a:blip r:embed="rId7"/>
          <a:stretch>
            <a:fillRect/>
          </a:stretch>
        </p:blipFill>
        <p:spPr>
          <a:xfrm>
            <a:off x="3629025" y="2819400"/>
            <a:ext cx="495300" cy="495300"/>
          </a:xfrm>
          <a:prstGeom prst="rect">
            <a:avLst/>
          </a:prstGeom>
        </p:spPr>
      </p:pic>
      <p:sp>
        <p:nvSpPr>
          <p:cNvPr id="11" name="TextBox 10"/>
          <p:cNvSpPr txBox="1"/>
          <p:nvPr/>
        </p:nvSpPr>
        <p:spPr>
          <a:xfrm>
            <a:off x="3629025" y="3505200"/>
            <a:ext cx="1800225" cy="238125"/>
          </a:xfrm>
          <a:prstGeom prst="rect">
            <a:avLst/>
          </a:prstGeom>
          <a:noFill/>
        </p:spPr>
        <p:txBody>
          <a:bodyPr wrap="square" lIns="0" tIns="0" rIns="0" bIns="0" anchor="t">
            <a:spAutoFit/>
          </a:bodyPr>
          <a:lstStyle/>
          <a:p>
            <a:pPr algn="l"/>
            <a:r>
              <a:rPr sz="1500" b="1" i="0" u="none">
                <a:solidFill>
                  <a:srgbClr val="0F172A"/>
                </a:solidFill>
                <a:latin typeface="Plus Jakarta Sans"/>
              </a:rPr>
              <a:t>Multi-Format Diffs</a:t>
            </a:r>
          </a:p>
        </p:txBody>
      </p:sp>
      <p:sp>
        <p:nvSpPr>
          <p:cNvPr id="12" name="TextBox 11"/>
          <p:cNvSpPr txBox="1"/>
          <p:nvPr/>
        </p:nvSpPr>
        <p:spPr>
          <a:xfrm>
            <a:off x="36290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Performs deep content comparison across Word, Excel, PowerPoint, and plain text files.</a:t>
            </a:r>
          </a:p>
        </p:txBody>
      </p:sp>
      <p:pic>
        <p:nvPicPr>
          <p:cNvPr id="13" name="Picture 12" descr="image.png"/>
          <p:cNvPicPr>
            <a:picLocks noChangeAspect="1"/>
          </p:cNvPicPr>
          <p:nvPr/>
        </p:nvPicPr>
        <p:blipFill>
          <a:blip r:embed="rId8"/>
          <a:stretch>
            <a:fillRect/>
          </a:stretch>
        </p:blipFill>
        <p:spPr>
          <a:xfrm>
            <a:off x="6448425" y="2819400"/>
            <a:ext cx="495300" cy="495300"/>
          </a:xfrm>
          <a:prstGeom prst="rect">
            <a:avLst/>
          </a:prstGeom>
        </p:spPr>
      </p:pic>
      <p:sp>
        <p:nvSpPr>
          <p:cNvPr id="14" name="TextBox 13"/>
          <p:cNvSpPr txBox="1"/>
          <p:nvPr/>
        </p:nvSpPr>
        <p:spPr>
          <a:xfrm>
            <a:off x="6448425" y="3505200"/>
            <a:ext cx="1390173" cy="238125"/>
          </a:xfrm>
          <a:prstGeom prst="rect">
            <a:avLst/>
          </a:prstGeom>
          <a:noFill/>
        </p:spPr>
        <p:txBody>
          <a:bodyPr wrap="square" lIns="0" tIns="0" rIns="0" bIns="0" anchor="t">
            <a:spAutoFit/>
          </a:bodyPr>
          <a:lstStyle/>
          <a:p>
            <a:pPr algn="l"/>
            <a:r>
              <a:rPr sz="1500" b="1" i="0" u="none">
                <a:solidFill>
                  <a:srgbClr val="0F172A"/>
                </a:solidFill>
                <a:latin typeface="Plus Jakarta Sans"/>
              </a:rPr>
              <a:t>PDF Reporting</a:t>
            </a:r>
          </a:p>
        </p:txBody>
      </p:sp>
      <p:sp>
        <p:nvSpPr>
          <p:cNvPr id="15" name="TextBox 14"/>
          <p:cNvSpPr txBox="1"/>
          <p:nvPr/>
        </p:nvSpPr>
        <p:spPr>
          <a:xfrm>
            <a:off x="6448425" y="3857625"/>
            <a:ext cx="2114550" cy="642937"/>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Generates detailed, executive-ready PDF audit logs with time-stamped change records.</a:t>
            </a:r>
          </a:p>
        </p:txBody>
      </p:sp>
      <p:pic>
        <p:nvPicPr>
          <p:cNvPr id="16" name="Picture 15" descr="image.png"/>
          <p:cNvPicPr>
            <a:picLocks noChangeAspect="1"/>
          </p:cNvPicPr>
          <p:nvPr/>
        </p:nvPicPr>
        <p:blipFill>
          <a:blip r:embed="rId9"/>
          <a:stretch>
            <a:fillRect/>
          </a:stretch>
        </p:blipFill>
        <p:spPr>
          <a:xfrm>
            <a:off x="9267825" y="2819400"/>
            <a:ext cx="495300" cy="495300"/>
          </a:xfrm>
          <a:prstGeom prst="rect">
            <a:avLst/>
          </a:prstGeom>
        </p:spPr>
      </p:pic>
      <p:sp>
        <p:nvSpPr>
          <p:cNvPr id="17" name="TextBox 16"/>
          <p:cNvSpPr txBox="1"/>
          <p:nvPr/>
        </p:nvSpPr>
        <p:spPr>
          <a:xfrm>
            <a:off x="9267825" y="3505200"/>
            <a:ext cx="1410176" cy="238125"/>
          </a:xfrm>
          <a:prstGeom prst="rect">
            <a:avLst/>
          </a:prstGeom>
          <a:noFill/>
        </p:spPr>
        <p:txBody>
          <a:bodyPr wrap="square" lIns="0" tIns="0" rIns="0" bIns="0" anchor="t">
            <a:spAutoFit/>
          </a:bodyPr>
          <a:lstStyle/>
          <a:p>
            <a:pPr algn="l"/>
            <a:r>
              <a:rPr sz="1500" b="1" i="0" u="none">
                <a:solidFill>
                  <a:srgbClr val="0F172A"/>
                </a:solidFill>
                <a:latin typeface="Plus Jakarta Sans"/>
              </a:rPr>
              <a:t>Browser Alerts</a:t>
            </a:r>
          </a:p>
        </p:txBody>
      </p:sp>
      <p:sp>
        <p:nvSpPr>
          <p:cNvPr id="18" name="TextBox 17"/>
          <p:cNvSpPr txBox="1"/>
          <p:nvPr/>
        </p:nvSpPr>
        <p:spPr>
          <a:xfrm>
            <a:off x="92678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Delivers desktop and browser notifications to inform administrators of unauthorized events.</a:t>
            </a:r>
          </a:p>
        </p:txBody>
      </p:sp>
      <p:pic>
        <p:nvPicPr>
          <p:cNvPr id="19" name="Picture 18" descr="image.png"/>
          <p:cNvPicPr>
            <a:picLocks noChangeAspect="1"/>
          </p:cNvPicPr>
          <p:nvPr/>
        </p:nvPicPr>
        <p:blipFill>
          <a:blip r:embed="rId10"/>
          <a:stretch>
            <a:fillRect/>
          </a:stretch>
        </p:blipFill>
        <p:spPr>
          <a:xfrm>
            <a:off x="942975" y="2952750"/>
            <a:ext cx="228600" cy="228600"/>
          </a:xfrm>
          <a:prstGeom prst="rect">
            <a:avLst/>
          </a:prstGeom>
        </p:spPr>
      </p:pic>
      <p:pic>
        <p:nvPicPr>
          <p:cNvPr id="20" name="Picture 19" descr="image.png"/>
          <p:cNvPicPr>
            <a:picLocks noChangeAspect="1"/>
          </p:cNvPicPr>
          <p:nvPr/>
        </p:nvPicPr>
        <p:blipFill>
          <a:blip r:embed="rId11"/>
          <a:stretch>
            <a:fillRect/>
          </a:stretch>
        </p:blipFill>
        <p:spPr>
          <a:xfrm>
            <a:off x="3790950" y="2952750"/>
            <a:ext cx="171450" cy="228600"/>
          </a:xfrm>
          <a:prstGeom prst="rect">
            <a:avLst/>
          </a:prstGeom>
        </p:spPr>
      </p:pic>
      <p:pic>
        <p:nvPicPr>
          <p:cNvPr id="21" name="Picture 20" descr="image.png"/>
          <p:cNvPicPr>
            <a:picLocks noChangeAspect="1"/>
          </p:cNvPicPr>
          <p:nvPr/>
        </p:nvPicPr>
        <p:blipFill>
          <a:blip r:embed="rId12"/>
          <a:stretch>
            <a:fillRect/>
          </a:stretch>
        </p:blipFill>
        <p:spPr>
          <a:xfrm>
            <a:off x="6567487" y="2952750"/>
            <a:ext cx="257175" cy="228600"/>
          </a:xfrm>
          <a:prstGeom prst="rect">
            <a:avLst/>
          </a:prstGeom>
        </p:spPr>
      </p:pic>
      <p:pic>
        <p:nvPicPr>
          <p:cNvPr id="22" name="Picture 21" descr="image.png"/>
          <p:cNvPicPr>
            <a:picLocks noChangeAspect="1"/>
          </p:cNvPicPr>
          <p:nvPr/>
        </p:nvPicPr>
        <p:blipFill>
          <a:blip r:embed="rId13"/>
          <a:stretch>
            <a:fillRect/>
          </a:stretch>
        </p:blipFill>
        <p:spPr>
          <a:xfrm>
            <a:off x="9415462" y="2952750"/>
            <a:ext cx="200025" cy="228600"/>
          </a:xfrm>
          <a:prstGeom prst="rect">
            <a:avLst/>
          </a:prstGeom>
        </p:spPr>
      </p:pic>
      <p:sp>
        <p:nvSpPr>
          <p:cNvPr id="23" name="TextBox 22"/>
          <p:cNvSpPr txBox="1"/>
          <p:nvPr/>
        </p:nvSpPr>
        <p:spPr>
          <a:xfrm>
            <a:off x="765175"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Key System Features</a:t>
            </a:r>
          </a:p>
        </p:txBody>
      </p:sp>
      <p:sp>
        <p:nvSpPr>
          <p:cNvPr id="24" name="Rounded Rectangle 23"/>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08932"/>
            <a:ext cx="5334000" cy="1205805"/>
          </a:xfrm>
          <a:prstGeom prst="rect">
            <a:avLst/>
          </a:prstGeom>
        </p:spPr>
      </p:pic>
      <p:pic>
        <p:nvPicPr>
          <p:cNvPr id="4" name="Picture 3" descr="image.png"/>
          <p:cNvPicPr>
            <a:picLocks noChangeAspect="1"/>
          </p:cNvPicPr>
          <p:nvPr/>
        </p:nvPicPr>
        <p:blipFill>
          <a:blip r:embed="rId4"/>
          <a:stretch>
            <a:fillRect/>
          </a:stretch>
        </p:blipFill>
        <p:spPr>
          <a:xfrm>
            <a:off x="571500" y="3767137"/>
            <a:ext cx="5334000" cy="1205805"/>
          </a:xfrm>
          <a:prstGeom prst="rect">
            <a:avLst/>
          </a:prstGeom>
        </p:spPr>
      </p:pic>
      <p:pic>
        <p:nvPicPr>
          <p:cNvPr id="5" name="Picture 4" descr="image.png"/>
          <p:cNvPicPr>
            <a:picLocks noChangeAspect="1"/>
          </p:cNvPicPr>
          <p:nvPr/>
        </p:nvPicPr>
        <p:blipFill>
          <a:blip r:embed="rId3"/>
          <a:stretch>
            <a:fillRect/>
          </a:stretch>
        </p:blipFill>
        <p:spPr>
          <a:xfrm>
            <a:off x="6286500" y="2408932"/>
            <a:ext cx="5334000" cy="1205805"/>
          </a:xfrm>
          <a:prstGeom prst="rect">
            <a:avLst/>
          </a:prstGeom>
        </p:spPr>
      </p:pic>
      <p:pic>
        <p:nvPicPr>
          <p:cNvPr id="6" name="Picture 5" descr="image.png"/>
          <p:cNvPicPr>
            <a:picLocks noChangeAspect="1"/>
          </p:cNvPicPr>
          <p:nvPr/>
        </p:nvPicPr>
        <p:blipFill>
          <a:blip r:embed="rId4"/>
          <a:stretch>
            <a:fillRect/>
          </a:stretch>
        </p:blipFill>
        <p:spPr>
          <a:xfrm>
            <a:off x="6286500" y="3767137"/>
            <a:ext cx="5334000" cy="1205805"/>
          </a:xfrm>
          <a:prstGeom prst="rect">
            <a:avLst/>
          </a:prstGeom>
        </p:spPr>
      </p:pic>
      <p:sp>
        <p:nvSpPr>
          <p:cNvPr id="7" name="TextBox 6"/>
          <p:cNvSpPr txBox="1"/>
          <p:nvPr/>
        </p:nvSpPr>
        <p:spPr>
          <a:xfrm>
            <a:off x="838200" y="2637532"/>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Rapid Anomaly Detection</a:t>
            </a:r>
          </a:p>
        </p:txBody>
      </p:sp>
      <p:sp>
        <p:nvSpPr>
          <p:cNvPr id="8" name="TextBox 7"/>
          <p:cNvSpPr txBox="1"/>
          <p:nvPr/>
        </p:nvSpPr>
        <p:spPr>
          <a:xfrm>
            <a:off x="838200" y="2913757"/>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Detect unauthorized document modifications within seconds rather than discovering errors weeks later during audits.</a:t>
            </a:r>
          </a:p>
        </p:txBody>
      </p:sp>
      <p:sp>
        <p:nvSpPr>
          <p:cNvPr id="9" name="TextBox 8"/>
          <p:cNvSpPr txBox="1"/>
          <p:nvPr/>
        </p:nvSpPr>
        <p:spPr>
          <a:xfrm>
            <a:off x="838200" y="3995737"/>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Enhanced Operational Visibility</a:t>
            </a:r>
          </a:p>
        </p:txBody>
      </p:sp>
      <p:sp>
        <p:nvSpPr>
          <p:cNvPr id="10" name="TextBox 9"/>
          <p:cNvSpPr txBox="1"/>
          <p:nvPr/>
        </p:nvSpPr>
        <p:spPr>
          <a:xfrm>
            <a:off x="838200" y="4271962"/>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Gain complete transparency over critical business spreadsheets, financial ledgers, and contract folders.</a:t>
            </a:r>
          </a:p>
        </p:txBody>
      </p:sp>
      <p:sp>
        <p:nvSpPr>
          <p:cNvPr id="11" name="TextBox 10"/>
          <p:cNvSpPr txBox="1"/>
          <p:nvPr/>
        </p:nvSpPr>
        <p:spPr>
          <a:xfrm>
            <a:off x="6553200" y="2637532"/>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Streamlined Audit Preparation</a:t>
            </a:r>
          </a:p>
        </p:txBody>
      </p:sp>
      <p:sp>
        <p:nvSpPr>
          <p:cNvPr id="12" name="TextBox 11"/>
          <p:cNvSpPr txBox="1"/>
          <p:nvPr/>
        </p:nvSpPr>
        <p:spPr>
          <a:xfrm>
            <a:off x="6553200" y="2913757"/>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Export structured PDF evidence automatically, reducing audit readiness preparation time by up to 80%.</a:t>
            </a:r>
          </a:p>
        </p:txBody>
      </p:sp>
      <p:sp>
        <p:nvSpPr>
          <p:cNvPr id="13" name="TextBox 12"/>
          <p:cNvSpPr txBox="1"/>
          <p:nvPr/>
        </p:nvSpPr>
        <p:spPr>
          <a:xfrm>
            <a:off x="6553200" y="3995737"/>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Tailored for SMEs</a:t>
            </a:r>
          </a:p>
        </p:txBody>
      </p:sp>
      <p:sp>
        <p:nvSpPr>
          <p:cNvPr id="14" name="TextBox 13"/>
          <p:cNvSpPr txBox="1"/>
          <p:nvPr/>
        </p:nvSpPr>
        <p:spPr>
          <a:xfrm>
            <a:off x="6553200" y="4271962"/>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Provides robust enterprise-grade security oversight without requiring dedicated IT security staff or heavy budgets.</a:t>
            </a:r>
          </a:p>
        </p:txBody>
      </p:sp>
      <p:sp>
        <p:nvSpPr>
          <p:cNvPr id="15" name="TextBox 14"/>
          <p:cNvSpPr txBox="1"/>
          <p:nvPr/>
        </p:nvSpPr>
        <p:spPr>
          <a:xfrm>
            <a:off x="752475" y="803471"/>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Business Value </a:t>
            </a:r>
          </a:p>
        </p:txBody>
      </p:sp>
      <p:sp>
        <p:nvSpPr>
          <p:cNvPr id="16" name="Rounded Rectangle 15"/>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800350"/>
            <a:ext cx="2590800" cy="2447925"/>
          </a:xfrm>
          <a:prstGeom prst="rect">
            <a:avLst/>
          </a:prstGeom>
        </p:spPr>
      </p:pic>
      <p:pic>
        <p:nvPicPr>
          <p:cNvPr id="4" name="Picture 3" descr="image.png"/>
          <p:cNvPicPr>
            <a:picLocks noChangeAspect="1"/>
          </p:cNvPicPr>
          <p:nvPr/>
        </p:nvPicPr>
        <p:blipFill>
          <a:blip r:embed="rId5"/>
          <a:stretch>
            <a:fillRect/>
          </a:stretch>
        </p:blipFill>
        <p:spPr>
          <a:xfrm>
            <a:off x="3390900" y="2800350"/>
            <a:ext cx="2590800" cy="2447925"/>
          </a:xfrm>
          <a:prstGeom prst="rect">
            <a:avLst/>
          </a:prstGeom>
        </p:spPr>
      </p:pic>
      <p:pic>
        <p:nvPicPr>
          <p:cNvPr id="5" name="Picture 4" descr="image.png"/>
          <p:cNvPicPr>
            <a:picLocks noChangeAspect="1"/>
          </p:cNvPicPr>
          <p:nvPr/>
        </p:nvPicPr>
        <p:blipFill>
          <a:blip r:embed="rId5"/>
          <a:stretch>
            <a:fillRect/>
          </a:stretch>
        </p:blipFill>
        <p:spPr>
          <a:xfrm>
            <a:off x="6210300" y="2800350"/>
            <a:ext cx="2590800" cy="2447925"/>
          </a:xfrm>
          <a:prstGeom prst="rect">
            <a:avLst/>
          </a:prstGeom>
        </p:spPr>
      </p:pic>
      <p:pic>
        <p:nvPicPr>
          <p:cNvPr id="6" name="Picture 5" descr="image.png"/>
          <p:cNvPicPr>
            <a:picLocks noChangeAspect="1"/>
          </p:cNvPicPr>
          <p:nvPr/>
        </p:nvPicPr>
        <p:blipFill>
          <a:blip r:embed="rId6"/>
          <a:stretch>
            <a:fillRect/>
          </a:stretch>
        </p:blipFill>
        <p:spPr>
          <a:xfrm>
            <a:off x="9029700" y="2800350"/>
            <a:ext cx="2590800" cy="2447925"/>
          </a:xfrm>
          <a:prstGeom prst="rect">
            <a:avLst/>
          </a:prstGeom>
        </p:spPr>
      </p:pic>
      <p:sp>
        <p:nvSpPr>
          <p:cNvPr id="7" name="TextBox 6"/>
          <p:cNvSpPr txBox="1"/>
          <p:nvPr/>
        </p:nvSpPr>
        <p:spPr>
          <a:xfrm>
            <a:off x="571500" y="2286000"/>
            <a:ext cx="11049000" cy="285750"/>
          </a:xfrm>
          <a:prstGeom prst="rect">
            <a:avLst/>
          </a:prstGeom>
          <a:noFill/>
        </p:spPr>
        <p:txBody>
          <a:bodyPr wrap="square" lIns="0" tIns="0" rIns="0" bIns="0" anchor="t">
            <a:spAutoFit/>
          </a:bodyPr>
          <a:lstStyle/>
          <a:p>
            <a:pPr algn="l">
              <a:lnSpc>
                <a:spcPts val="2250"/>
              </a:lnSpc>
            </a:pPr>
            <a:r>
              <a:rPr sz="1500" b="0" i="0" u="none">
                <a:solidFill>
                  <a:srgbClr val="64748B"/>
                </a:solidFill>
                <a:latin typeface="Inter"/>
              </a:rPr>
              <a:t>FIMS actively supports regulatory compliance mandates by enforcing strict file integrity controls.</a:t>
            </a:r>
          </a:p>
        </p:txBody>
      </p:sp>
      <p:pic>
        <p:nvPicPr>
          <p:cNvPr id="8" name="Picture 7" descr="image.png"/>
          <p:cNvPicPr>
            <a:picLocks noChangeAspect="1"/>
          </p:cNvPicPr>
          <p:nvPr/>
        </p:nvPicPr>
        <p:blipFill>
          <a:blip r:embed="rId7"/>
          <a:stretch>
            <a:fillRect/>
          </a:stretch>
        </p:blipFill>
        <p:spPr>
          <a:xfrm>
            <a:off x="809625" y="3076575"/>
            <a:ext cx="495300" cy="495300"/>
          </a:xfrm>
          <a:prstGeom prst="rect">
            <a:avLst/>
          </a:prstGeom>
        </p:spPr>
      </p:pic>
      <p:sp>
        <p:nvSpPr>
          <p:cNvPr id="9" name="TextBox 8"/>
          <p:cNvSpPr txBox="1"/>
          <p:nvPr/>
        </p:nvSpPr>
        <p:spPr>
          <a:xfrm>
            <a:off x="809625" y="3762375"/>
            <a:ext cx="790098" cy="238125"/>
          </a:xfrm>
          <a:prstGeom prst="rect">
            <a:avLst/>
          </a:prstGeom>
          <a:noFill/>
        </p:spPr>
        <p:txBody>
          <a:bodyPr wrap="square" lIns="0" tIns="0" rIns="0" bIns="0" anchor="t">
            <a:spAutoFit/>
          </a:bodyPr>
          <a:lstStyle/>
          <a:p>
            <a:pPr algn="l"/>
            <a:r>
              <a:rPr sz="1500" b="1" i="0" u="none">
                <a:solidFill>
                  <a:srgbClr val="0F172A"/>
                </a:solidFill>
                <a:latin typeface="Plus Jakarta Sans"/>
              </a:rPr>
              <a:t>PCI DSS</a:t>
            </a:r>
          </a:p>
        </p:txBody>
      </p:sp>
      <p:sp>
        <p:nvSpPr>
          <p:cNvPr id="10" name="TextBox 9"/>
          <p:cNvSpPr txBox="1"/>
          <p:nvPr/>
        </p:nvSpPr>
        <p:spPr>
          <a:xfrm>
            <a:off x="8096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Supports operational file monitoring controls by alerting on unauthorized changes to cardholder data stores.</a:t>
            </a:r>
          </a:p>
        </p:txBody>
      </p:sp>
      <p:pic>
        <p:nvPicPr>
          <p:cNvPr id="11" name="Picture 10" descr="image.png"/>
          <p:cNvPicPr>
            <a:picLocks noChangeAspect="1"/>
          </p:cNvPicPr>
          <p:nvPr/>
        </p:nvPicPr>
        <p:blipFill>
          <a:blip r:embed="rId8"/>
          <a:stretch>
            <a:fillRect/>
          </a:stretch>
        </p:blipFill>
        <p:spPr>
          <a:xfrm>
            <a:off x="3629025" y="3076575"/>
            <a:ext cx="495300" cy="495300"/>
          </a:xfrm>
          <a:prstGeom prst="rect">
            <a:avLst/>
          </a:prstGeom>
        </p:spPr>
      </p:pic>
      <p:sp>
        <p:nvSpPr>
          <p:cNvPr id="12" name="TextBox 11"/>
          <p:cNvSpPr txBox="1"/>
          <p:nvPr/>
        </p:nvSpPr>
        <p:spPr>
          <a:xfrm>
            <a:off x="3629025" y="3762375"/>
            <a:ext cx="1430178" cy="238125"/>
          </a:xfrm>
          <a:prstGeom prst="rect">
            <a:avLst/>
          </a:prstGeom>
          <a:noFill/>
        </p:spPr>
        <p:txBody>
          <a:bodyPr wrap="square" lIns="0" tIns="0" rIns="0" bIns="0" anchor="t">
            <a:spAutoFit/>
          </a:bodyPr>
          <a:lstStyle/>
          <a:p>
            <a:pPr algn="l"/>
            <a:r>
              <a:rPr sz="1500" b="1" i="0" u="none" dirty="0">
                <a:solidFill>
                  <a:srgbClr val="0F172A"/>
                </a:solidFill>
                <a:latin typeface="Plus Jakarta Sans"/>
              </a:rPr>
              <a:t>ISO/IEC 27001</a:t>
            </a:r>
          </a:p>
        </p:txBody>
      </p:sp>
      <p:sp>
        <p:nvSpPr>
          <p:cNvPr id="13" name="TextBox 12"/>
          <p:cNvSpPr txBox="1"/>
          <p:nvPr/>
        </p:nvSpPr>
        <p:spPr>
          <a:xfrm>
            <a:off x="36290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Fulfills Annex A information security controls for data integrity management and audit trail logging.</a:t>
            </a:r>
          </a:p>
        </p:txBody>
      </p:sp>
      <p:pic>
        <p:nvPicPr>
          <p:cNvPr id="14" name="Picture 13" descr="image.png"/>
          <p:cNvPicPr>
            <a:picLocks noChangeAspect="1"/>
          </p:cNvPicPr>
          <p:nvPr/>
        </p:nvPicPr>
        <p:blipFill>
          <a:blip r:embed="rId9"/>
          <a:stretch>
            <a:fillRect/>
          </a:stretch>
        </p:blipFill>
        <p:spPr>
          <a:xfrm>
            <a:off x="6448425" y="3076575"/>
            <a:ext cx="495300" cy="495300"/>
          </a:xfrm>
          <a:prstGeom prst="rect">
            <a:avLst/>
          </a:prstGeom>
        </p:spPr>
      </p:pic>
      <p:sp>
        <p:nvSpPr>
          <p:cNvPr id="15" name="TextBox 14"/>
          <p:cNvSpPr txBox="1"/>
          <p:nvPr/>
        </p:nvSpPr>
        <p:spPr>
          <a:xfrm>
            <a:off x="6448425" y="3762375"/>
            <a:ext cx="1860232" cy="238125"/>
          </a:xfrm>
          <a:prstGeom prst="rect">
            <a:avLst/>
          </a:prstGeom>
          <a:noFill/>
        </p:spPr>
        <p:txBody>
          <a:bodyPr wrap="square" lIns="0" tIns="0" rIns="0" bIns="0" anchor="t">
            <a:spAutoFit/>
          </a:bodyPr>
          <a:lstStyle/>
          <a:p>
            <a:pPr algn="l"/>
            <a:r>
              <a:rPr sz="1500" b="1" i="0" u="none">
                <a:solidFill>
                  <a:srgbClr val="0F172A"/>
                </a:solidFill>
                <a:latin typeface="Plus Jakarta Sans"/>
              </a:rPr>
              <a:t>NIST Cybersecurity</a:t>
            </a:r>
          </a:p>
        </p:txBody>
      </p:sp>
      <p:sp>
        <p:nvSpPr>
          <p:cNvPr id="16" name="TextBox 15"/>
          <p:cNvSpPr txBox="1"/>
          <p:nvPr/>
        </p:nvSpPr>
        <p:spPr>
          <a:xfrm>
            <a:off x="64484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Aligns directly with the </a:t>
            </a:r>
            <a:r>
              <a:rPr sz="1125" b="1" i="0" u="none">
                <a:solidFill>
                  <a:srgbClr val="475569"/>
                </a:solidFill>
                <a:latin typeface="Inter"/>
              </a:rPr>
              <a:t>DETECT</a:t>
            </a:r>
            <a:r>
              <a:rPr sz="1125" b="0" i="0" u="none">
                <a:solidFill>
                  <a:srgbClr val="475569"/>
                </a:solidFill>
                <a:latin typeface="Inter"/>
              </a:rPr>
              <a:t> pillar by identifying unauthorized system and file alterations.</a:t>
            </a:r>
          </a:p>
        </p:txBody>
      </p:sp>
      <p:pic>
        <p:nvPicPr>
          <p:cNvPr id="17" name="Picture 16" descr="image.png"/>
          <p:cNvPicPr>
            <a:picLocks noChangeAspect="1"/>
          </p:cNvPicPr>
          <p:nvPr/>
        </p:nvPicPr>
        <p:blipFill>
          <a:blip r:embed="rId10"/>
          <a:stretch>
            <a:fillRect/>
          </a:stretch>
        </p:blipFill>
        <p:spPr>
          <a:xfrm>
            <a:off x="9267825" y="3076575"/>
            <a:ext cx="495300" cy="495300"/>
          </a:xfrm>
          <a:prstGeom prst="rect">
            <a:avLst/>
          </a:prstGeom>
        </p:spPr>
      </p:pic>
      <p:sp>
        <p:nvSpPr>
          <p:cNvPr id="18" name="TextBox 17"/>
          <p:cNvSpPr txBox="1"/>
          <p:nvPr/>
        </p:nvSpPr>
        <p:spPr>
          <a:xfrm>
            <a:off x="9267825" y="3762375"/>
            <a:ext cx="1210151" cy="238125"/>
          </a:xfrm>
          <a:prstGeom prst="rect">
            <a:avLst/>
          </a:prstGeom>
          <a:noFill/>
        </p:spPr>
        <p:txBody>
          <a:bodyPr wrap="square" lIns="0" tIns="0" rIns="0" bIns="0" anchor="t">
            <a:spAutoFit/>
          </a:bodyPr>
          <a:lstStyle/>
          <a:p>
            <a:pPr algn="l"/>
            <a:r>
              <a:rPr sz="1500" b="1" i="0" u="none">
                <a:solidFill>
                  <a:srgbClr val="0F172A"/>
                </a:solidFill>
                <a:latin typeface="Plus Jakarta Sans"/>
              </a:rPr>
              <a:t>CIS Controls</a:t>
            </a:r>
          </a:p>
        </p:txBody>
      </p:sp>
      <p:sp>
        <p:nvSpPr>
          <p:cNvPr id="19" name="TextBox 18"/>
          <p:cNvSpPr txBox="1"/>
          <p:nvPr/>
        </p:nvSpPr>
        <p:spPr>
          <a:xfrm>
            <a:off x="92678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Enforces critical security hygiene by continuously monitoring system configuration and log integrity.</a:t>
            </a:r>
          </a:p>
        </p:txBody>
      </p:sp>
      <p:pic>
        <p:nvPicPr>
          <p:cNvPr id="20" name="Picture 19" descr="image.png"/>
          <p:cNvPicPr>
            <a:picLocks noChangeAspect="1"/>
          </p:cNvPicPr>
          <p:nvPr/>
        </p:nvPicPr>
        <p:blipFill>
          <a:blip r:embed="rId11"/>
          <a:stretch>
            <a:fillRect/>
          </a:stretch>
        </p:blipFill>
        <p:spPr>
          <a:xfrm>
            <a:off x="928687" y="3209925"/>
            <a:ext cx="257175" cy="228600"/>
          </a:xfrm>
          <a:prstGeom prst="rect">
            <a:avLst/>
          </a:prstGeom>
        </p:spPr>
      </p:pic>
      <p:pic>
        <p:nvPicPr>
          <p:cNvPr id="21" name="Picture 20" descr="image.png"/>
          <p:cNvPicPr>
            <a:picLocks noChangeAspect="1"/>
          </p:cNvPicPr>
          <p:nvPr/>
        </p:nvPicPr>
        <p:blipFill>
          <a:blip r:embed="rId12"/>
          <a:stretch>
            <a:fillRect/>
          </a:stretch>
        </p:blipFill>
        <p:spPr>
          <a:xfrm>
            <a:off x="3762375" y="3209925"/>
            <a:ext cx="228600" cy="228600"/>
          </a:xfrm>
          <a:prstGeom prst="rect">
            <a:avLst/>
          </a:prstGeom>
        </p:spPr>
      </p:pic>
      <p:pic>
        <p:nvPicPr>
          <p:cNvPr id="22" name="Picture 21" descr="image.png"/>
          <p:cNvPicPr>
            <a:picLocks noChangeAspect="1"/>
          </p:cNvPicPr>
          <p:nvPr/>
        </p:nvPicPr>
        <p:blipFill>
          <a:blip r:embed="rId13"/>
          <a:stretch>
            <a:fillRect/>
          </a:stretch>
        </p:blipFill>
        <p:spPr>
          <a:xfrm>
            <a:off x="6567487" y="3209925"/>
            <a:ext cx="257175" cy="228600"/>
          </a:xfrm>
          <a:prstGeom prst="rect">
            <a:avLst/>
          </a:prstGeom>
        </p:spPr>
      </p:pic>
      <p:pic>
        <p:nvPicPr>
          <p:cNvPr id="23" name="Picture 22" descr="image.png"/>
          <p:cNvPicPr>
            <a:picLocks noChangeAspect="1"/>
          </p:cNvPicPr>
          <p:nvPr/>
        </p:nvPicPr>
        <p:blipFill>
          <a:blip r:embed="rId14"/>
          <a:stretch>
            <a:fillRect/>
          </a:stretch>
        </p:blipFill>
        <p:spPr>
          <a:xfrm>
            <a:off x="9401175" y="3209925"/>
            <a:ext cx="228600" cy="228600"/>
          </a:xfrm>
          <a:prstGeom prst="rect">
            <a:avLst/>
          </a:prstGeom>
        </p:spPr>
      </p:pic>
      <p:sp>
        <p:nvSpPr>
          <p:cNvPr id="24" name="TextBox 23"/>
          <p:cNvSpPr txBox="1"/>
          <p:nvPr/>
        </p:nvSpPr>
        <p:spPr>
          <a:xfrm>
            <a:off x="706967"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Compliance Support Framework</a:t>
            </a:r>
          </a:p>
        </p:txBody>
      </p:sp>
      <p:sp>
        <p:nvSpPr>
          <p:cNvPr id="25" name="Rounded Rectangle 24"/>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589264"/>
            <a:ext cx="5334000" cy="994171"/>
          </a:xfrm>
          <a:prstGeom prst="rect">
            <a:avLst/>
          </a:prstGeom>
        </p:spPr>
      </p:pic>
      <p:pic>
        <p:nvPicPr>
          <p:cNvPr id="4" name="Picture 3" descr="image.png"/>
          <p:cNvPicPr>
            <a:picLocks noChangeAspect="1"/>
          </p:cNvPicPr>
          <p:nvPr/>
        </p:nvPicPr>
        <p:blipFill>
          <a:blip r:embed="rId4"/>
          <a:stretch>
            <a:fillRect/>
          </a:stretch>
        </p:blipFill>
        <p:spPr>
          <a:xfrm>
            <a:off x="6286500" y="1950839"/>
            <a:ext cx="5334000" cy="3619500"/>
          </a:xfrm>
          <a:prstGeom prst="rect">
            <a:avLst/>
          </a:prstGeom>
        </p:spPr>
      </p:pic>
      <p:sp>
        <p:nvSpPr>
          <p:cNvPr id="5" name="TextBox 4"/>
          <p:cNvSpPr txBox="1"/>
          <p:nvPr/>
        </p:nvSpPr>
        <p:spPr>
          <a:xfrm>
            <a:off x="571500" y="1950839"/>
            <a:ext cx="5600700" cy="238125"/>
          </a:xfrm>
          <a:prstGeom prst="rect">
            <a:avLst/>
          </a:prstGeom>
          <a:noFill/>
        </p:spPr>
        <p:txBody>
          <a:bodyPr wrap="square" lIns="0" tIns="0" rIns="0" bIns="0" anchor="t">
            <a:spAutoFit/>
          </a:bodyPr>
          <a:lstStyle/>
          <a:p>
            <a:pPr algn="l"/>
            <a:r>
              <a:rPr sz="1500" b="1" i="0" u="none" dirty="0">
                <a:solidFill>
                  <a:srgbClr val="0F172A"/>
                </a:solidFill>
                <a:latin typeface="Plus Jakarta Sans"/>
              </a:rPr>
              <a:t>Primary Target Segments</a:t>
            </a:r>
          </a:p>
        </p:txBody>
      </p:sp>
      <p:sp>
        <p:nvSpPr>
          <p:cNvPr id="6" name="TextBox 5"/>
          <p:cNvSpPr txBox="1"/>
          <p:nvPr/>
        </p:nvSpPr>
        <p:spPr>
          <a:xfrm>
            <a:off x="866775" y="4827389"/>
            <a:ext cx="4743450" cy="517921"/>
          </a:xfrm>
          <a:prstGeom prst="rect">
            <a:avLst/>
          </a:prstGeom>
          <a:noFill/>
        </p:spPr>
        <p:txBody>
          <a:bodyPr wrap="square" lIns="0" tIns="0" rIns="0" bIns="0" anchor="t">
            <a:spAutoFit/>
          </a:bodyPr>
          <a:lstStyle/>
          <a:p>
            <a:pPr algn="ctr">
              <a:lnSpc>
                <a:spcPts val="2039"/>
              </a:lnSpc>
            </a:pPr>
            <a:r>
              <a:rPr sz="1275" b="0" i="0" u="none">
                <a:solidFill>
                  <a:srgbClr val="0369A1"/>
                </a:solidFill>
                <a:latin typeface="Inter SemiBold"/>
              </a:rPr>
              <a:t>"Enterprise-grade integrity monitoring without enterprise complexity."</a:t>
            </a:r>
          </a:p>
        </p:txBody>
      </p:sp>
      <p:pic>
        <p:nvPicPr>
          <p:cNvPr id="7" name="Picture 6" descr="image.png"/>
          <p:cNvPicPr>
            <a:picLocks noChangeAspect="1"/>
          </p:cNvPicPr>
          <p:nvPr/>
        </p:nvPicPr>
        <p:blipFill>
          <a:blip r:embed="rId5"/>
          <a:stretch>
            <a:fillRect/>
          </a:stretch>
        </p:blipFill>
        <p:spPr>
          <a:xfrm>
            <a:off x="6296025" y="1960364"/>
            <a:ext cx="5314950" cy="3600450"/>
          </a:xfrm>
          <a:prstGeom prst="rect">
            <a:avLst/>
          </a:prstGeom>
        </p:spPr>
      </p:pic>
      <p:sp>
        <p:nvSpPr>
          <p:cNvPr id="8" name="TextBox 7"/>
          <p:cNvSpPr txBox="1"/>
          <p:nvPr/>
        </p:nvSpPr>
        <p:spPr>
          <a:xfrm>
            <a:off x="1000125" y="234136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Small &amp; Medium Enterprises (SMEs):</a:t>
            </a:r>
            <a:r>
              <a:rPr sz="1200" b="0" i="0" u="none" dirty="0">
                <a:solidFill>
                  <a:srgbClr val="475569"/>
                </a:solidFill>
                <a:latin typeface="Inter"/>
              </a:rPr>
              <a:t> Seeking lightweight data protection.</a:t>
            </a:r>
          </a:p>
        </p:txBody>
      </p:sp>
      <p:sp>
        <p:nvSpPr>
          <p:cNvPr id="9" name="TextBox 8"/>
          <p:cNvSpPr txBox="1"/>
          <p:nvPr/>
        </p:nvSpPr>
        <p:spPr>
          <a:xfrm>
            <a:off x="1000125" y="295096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Business Intelligence &amp; Analytics Teams:</a:t>
            </a:r>
            <a:r>
              <a:rPr sz="1200" b="0" i="0" u="none" dirty="0">
                <a:solidFill>
                  <a:srgbClr val="475569"/>
                </a:solidFill>
                <a:latin typeface="Inter"/>
              </a:rPr>
              <a:t> Safeguarding reporting data.</a:t>
            </a:r>
          </a:p>
        </p:txBody>
      </p:sp>
      <p:sp>
        <p:nvSpPr>
          <p:cNvPr id="10" name="TextBox 9"/>
          <p:cNvSpPr txBox="1"/>
          <p:nvPr/>
        </p:nvSpPr>
        <p:spPr>
          <a:xfrm>
            <a:off x="1000125" y="3560564"/>
            <a:ext cx="4905375" cy="2286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IT &amp; Security Administrators:</a:t>
            </a:r>
            <a:r>
              <a:rPr sz="1200" b="0" i="0" u="none" dirty="0">
                <a:solidFill>
                  <a:srgbClr val="475569"/>
                </a:solidFill>
                <a:latin typeface="Inter"/>
              </a:rPr>
              <a:t> Auditing internal file modifications.</a:t>
            </a:r>
          </a:p>
        </p:txBody>
      </p:sp>
      <p:sp>
        <p:nvSpPr>
          <p:cNvPr id="11" name="TextBox 10"/>
          <p:cNvSpPr txBox="1"/>
          <p:nvPr/>
        </p:nvSpPr>
        <p:spPr>
          <a:xfrm>
            <a:off x="1000125" y="3941564"/>
            <a:ext cx="4905375" cy="457200"/>
          </a:xfrm>
          <a:prstGeom prst="rect">
            <a:avLst/>
          </a:prstGeom>
          <a:noFill/>
        </p:spPr>
        <p:txBody>
          <a:bodyPr wrap="square" lIns="0" tIns="0" rIns="0" bIns="0" anchor="t">
            <a:spAutoFit/>
          </a:bodyPr>
          <a:lstStyle/>
          <a:p>
            <a:pPr algn="l">
              <a:lnSpc>
                <a:spcPts val="1800"/>
              </a:lnSpc>
            </a:pPr>
            <a:r>
              <a:rPr sz="1200" b="1" i="0" u="none" dirty="0" err="1">
                <a:solidFill>
                  <a:srgbClr val="475569"/>
                </a:solidFill>
                <a:latin typeface="Inter"/>
              </a:rPr>
              <a:t>FinTechs</a:t>
            </a:r>
            <a:r>
              <a:rPr sz="1200" b="1" i="0" u="none" dirty="0">
                <a:solidFill>
                  <a:srgbClr val="475569"/>
                </a:solidFill>
                <a:latin typeface="Inter"/>
              </a:rPr>
              <a:t> &amp; Financial Services:</a:t>
            </a:r>
            <a:r>
              <a:rPr sz="1200" b="0" i="0" u="none" dirty="0">
                <a:solidFill>
                  <a:srgbClr val="475569"/>
                </a:solidFill>
                <a:latin typeface="Inter"/>
              </a:rPr>
              <a:t> Securing ledgers and transaction records.</a:t>
            </a:r>
          </a:p>
        </p:txBody>
      </p:sp>
      <p:sp>
        <p:nvSpPr>
          <p:cNvPr id="12" name="TextBox 11"/>
          <p:cNvSpPr txBox="1"/>
          <p:nvPr/>
        </p:nvSpPr>
        <p:spPr>
          <a:xfrm>
            <a:off x="628650" y="23223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3" name="TextBox 12"/>
          <p:cNvSpPr txBox="1"/>
          <p:nvPr/>
        </p:nvSpPr>
        <p:spPr>
          <a:xfrm>
            <a:off x="628650" y="29319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4" name="TextBox 13"/>
          <p:cNvSpPr txBox="1"/>
          <p:nvPr/>
        </p:nvSpPr>
        <p:spPr>
          <a:xfrm>
            <a:off x="628650" y="35415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5" name="TextBox 14"/>
          <p:cNvSpPr txBox="1"/>
          <p:nvPr/>
        </p:nvSpPr>
        <p:spPr>
          <a:xfrm>
            <a:off x="628650" y="39225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6" name="Picture 15" descr="image.png"/>
          <p:cNvPicPr>
            <a:picLocks noChangeAspect="1"/>
          </p:cNvPicPr>
          <p:nvPr/>
        </p:nvPicPr>
        <p:blipFill>
          <a:blip r:embed="rId6"/>
          <a:stretch>
            <a:fillRect/>
          </a:stretch>
        </p:blipFill>
        <p:spPr>
          <a:xfrm>
            <a:off x="571500" y="2355651"/>
            <a:ext cx="161925" cy="219075"/>
          </a:xfrm>
          <a:prstGeom prst="rect">
            <a:avLst/>
          </a:prstGeom>
        </p:spPr>
      </p:pic>
      <p:pic>
        <p:nvPicPr>
          <p:cNvPr id="17" name="Picture 16" descr="image.png"/>
          <p:cNvPicPr>
            <a:picLocks noChangeAspect="1"/>
          </p:cNvPicPr>
          <p:nvPr/>
        </p:nvPicPr>
        <p:blipFill>
          <a:blip r:embed="rId7"/>
          <a:stretch>
            <a:fillRect/>
          </a:stretch>
        </p:blipFill>
        <p:spPr>
          <a:xfrm>
            <a:off x="571500" y="2965251"/>
            <a:ext cx="209550" cy="219075"/>
          </a:xfrm>
          <a:prstGeom prst="rect">
            <a:avLst/>
          </a:prstGeom>
        </p:spPr>
      </p:pic>
      <p:pic>
        <p:nvPicPr>
          <p:cNvPr id="18" name="Picture 17" descr="image.png"/>
          <p:cNvPicPr>
            <a:picLocks noChangeAspect="1"/>
          </p:cNvPicPr>
          <p:nvPr/>
        </p:nvPicPr>
        <p:blipFill>
          <a:blip r:embed="rId8"/>
          <a:stretch>
            <a:fillRect/>
          </a:stretch>
        </p:blipFill>
        <p:spPr>
          <a:xfrm>
            <a:off x="571500" y="3574851"/>
            <a:ext cx="266700" cy="219075"/>
          </a:xfrm>
          <a:prstGeom prst="rect">
            <a:avLst/>
          </a:prstGeom>
        </p:spPr>
      </p:pic>
      <p:pic>
        <p:nvPicPr>
          <p:cNvPr id="19" name="Picture 18" descr="image.png"/>
          <p:cNvPicPr>
            <a:picLocks noChangeAspect="1"/>
          </p:cNvPicPr>
          <p:nvPr/>
        </p:nvPicPr>
        <p:blipFill>
          <a:blip r:embed="rId9"/>
          <a:stretch>
            <a:fillRect/>
          </a:stretch>
        </p:blipFill>
        <p:spPr>
          <a:xfrm>
            <a:off x="571500" y="3955851"/>
            <a:ext cx="238125" cy="219075"/>
          </a:xfrm>
          <a:prstGeom prst="rect">
            <a:avLst/>
          </a:prstGeom>
        </p:spPr>
      </p:pic>
      <p:sp>
        <p:nvSpPr>
          <p:cNvPr id="20" name="TextBox 19"/>
          <p:cNvSpPr txBox="1"/>
          <p:nvPr/>
        </p:nvSpPr>
        <p:spPr>
          <a:xfrm>
            <a:off x="571500" y="838342"/>
            <a:ext cx="11601450" cy="392415"/>
          </a:xfrm>
          <a:prstGeom prst="rect">
            <a:avLst/>
          </a:prstGeom>
          <a:noFill/>
        </p:spPr>
        <p:txBody>
          <a:bodyPr wrap="square" lIns="0" tIns="0" rIns="0" bIns="0" anchor="ctr">
            <a:spAutoFit/>
          </a:bodyPr>
          <a:lstStyle/>
          <a:p>
            <a:pPr algn="l"/>
            <a:r>
              <a:rPr lang="en-US" sz="2550" b="1" i="0" u="none" dirty="0">
                <a:solidFill>
                  <a:srgbClr val="0F172A"/>
                </a:solidFill>
                <a:latin typeface="Plus Jakarta Sans"/>
              </a:rPr>
              <a:t>  </a:t>
            </a:r>
            <a:r>
              <a:rPr sz="2550" b="1" i="0" u="none" dirty="0">
                <a:solidFill>
                  <a:srgbClr val="0F172A"/>
                </a:solidFill>
                <a:latin typeface="Plus Jakarta Sans"/>
              </a:rPr>
              <a:t>Market Opportunity</a:t>
            </a:r>
          </a:p>
        </p:txBody>
      </p:sp>
      <p:sp>
        <p:nvSpPr>
          <p:cNvPr id="21" name="Rounded Rectangle 2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524000" y="2354758"/>
            <a:ext cx="9144000" cy="1862732"/>
          </a:xfrm>
          <a:prstGeom prst="rect">
            <a:avLst/>
          </a:prstGeom>
        </p:spPr>
      </p:pic>
      <p:pic>
        <p:nvPicPr>
          <p:cNvPr id="4" name="Picture 3" descr="image.png"/>
          <p:cNvPicPr>
            <a:picLocks noChangeAspect="1"/>
          </p:cNvPicPr>
          <p:nvPr/>
        </p:nvPicPr>
        <p:blipFill>
          <a:blip r:embed="rId4"/>
          <a:stretch>
            <a:fillRect/>
          </a:stretch>
        </p:blipFill>
        <p:spPr>
          <a:xfrm>
            <a:off x="1397000" y="4674691"/>
            <a:ext cx="9144000" cy="504825"/>
          </a:xfrm>
          <a:prstGeom prst="rect">
            <a:avLst/>
          </a:prstGeom>
        </p:spPr>
      </p:pic>
      <p:sp>
        <p:nvSpPr>
          <p:cNvPr id="5" name="TextBox 4"/>
          <p:cNvSpPr txBox="1"/>
          <p:nvPr/>
        </p:nvSpPr>
        <p:spPr>
          <a:xfrm>
            <a:off x="1876425" y="2707183"/>
            <a:ext cx="8439150" cy="1157882"/>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a:rPr>
              <a:t>"Our MVP demonstrates that organizations do not need expensive or overly complex security platforms to gain visibility into the integrity of their critical business files. </a:t>
            </a:r>
            <a:r>
              <a:rPr sz="1425" b="1" i="0" u="none">
                <a:solidFill>
                  <a:srgbClr val="0F172A"/>
                </a:solidFill>
                <a:latin typeface="Inter"/>
              </a:rPr>
              <a:t>FIMS delivers practical, understandable, and scalable file integrity monitoring</a:t>
            </a:r>
            <a:r>
              <a:rPr sz="1425" b="0" i="0" u="none">
                <a:solidFill>
                  <a:srgbClr val="0F172A"/>
                </a:solidFill>
                <a:latin typeface="Inter"/>
              </a:rPr>
              <a:t> designed for the needs of SMEs today, with a clear roadmap toward a cloud-based enterprise platform."</a:t>
            </a:r>
          </a:p>
        </p:txBody>
      </p:sp>
      <p:sp>
        <p:nvSpPr>
          <p:cNvPr id="6" name="TextBox 5"/>
          <p:cNvSpPr txBox="1"/>
          <p:nvPr/>
        </p:nvSpPr>
        <p:spPr>
          <a:xfrm>
            <a:off x="3286125" y="4836616"/>
            <a:ext cx="1362075" cy="180975"/>
          </a:xfrm>
          <a:prstGeom prst="rect">
            <a:avLst/>
          </a:prstGeom>
          <a:noFill/>
        </p:spPr>
        <p:txBody>
          <a:bodyPr wrap="square" lIns="0" tIns="0" rIns="0" bIns="0" anchor="ctr">
            <a:spAutoFit/>
          </a:bodyPr>
          <a:lstStyle/>
          <a:p>
            <a:pPr algn="ctr"/>
            <a:r>
              <a:rPr sz="1125" b="0" i="0" u="none">
                <a:solidFill>
                  <a:srgbClr val="0F172A"/>
                </a:solidFill>
                <a:latin typeface="Inter SemiBold"/>
              </a:rPr>
              <a:t>FIMS Product Team</a:t>
            </a:r>
          </a:p>
        </p:txBody>
      </p:sp>
      <p:sp>
        <p:nvSpPr>
          <p:cNvPr id="7" name="TextBox 6"/>
          <p:cNvSpPr txBox="1"/>
          <p:nvPr/>
        </p:nvSpPr>
        <p:spPr>
          <a:xfrm>
            <a:off x="4759325" y="4844467"/>
            <a:ext cx="2219325" cy="173124"/>
          </a:xfrm>
          <a:prstGeom prst="rect">
            <a:avLst/>
          </a:prstGeom>
          <a:noFill/>
        </p:spPr>
        <p:txBody>
          <a:bodyPr wrap="square" lIns="0" tIns="0" rIns="0" bIns="0" anchor="ctr">
            <a:spAutoFit/>
          </a:bodyPr>
          <a:lstStyle/>
          <a:p>
            <a:pPr algn="ctr"/>
            <a:r>
              <a:rPr sz="1125" b="0" i="0" u="none" dirty="0">
                <a:solidFill>
                  <a:srgbClr val="0F172A"/>
                </a:solidFill>
                <a:latin typeface="Inter SemiBold"/>
              </a:rPr>
              <a:t>MVP Demonstration</a:t>
            </a:r>
          </a:p>
        </p:txBody>
      </p:sp>
      <p:sp>
        <p:nvSpPr>
          <p:cNvPr id="8" name="TextBox 7"/>
          <p:cNvSpPr txBox="1"/>
          <p:nvPr/>
        </p:nvSpPr>
        <p:spPr>
          <a:xfrm>
            <a:off x="7915275" y="4836616"/>
            <a:ext cx="1228725" cy="180975"/>
          </a:xfrm>
          <a:prstGeom prst="rect">
            <a:avLst/>
          </a:prstGeom>
          <a:noFill/>
        </p:spPr>
        <p:txBody>
          <a:bodyPr wrap="square" lIns="0" tIns="0" rIns="0" bIns="0" anchor="ctr">
            <a:spAutoFit/>
          </a:bodyPr>
          <a:lstStyle/>
          <a:p>
            <a:pPr algn="ctr"/>
            <a:r>
              <a:rPr sz="1125" b="0" i="0" u="none">
                <a:solidFill>
                  <a:srgbClr val="0F172A"/>
                </a:solidFill>
                <a:latin typeface="Inter SemiBold"/>
              </a:rPr>
              <a:t>Ready for Review</a:t>
            </a:r>
          </a:p>
        </p:txBody>
      </p:sp>
      <p:pic>
        <p:nvPicPr>
          <p:cNvPr id="9" name="Picture 8" descr="image.png"/>
          <p:cNvPicPr>
            <a:picLocks noChangeAspect="1"/>
          </p:cNvPicPr>
          <p:nvPr/>
        </p:nvPicPr>
        <p:blipFill>
          <a:blip r:embed="rId5"/>
          <a:stretch>
            <a:fillRect/>
          </a:stretch>
        </p:blipFill>
        <p:spPr>
          <a:xfrm>
            <a:off x="3048000" y="4855666"/>
            <a:ext cx="142875" cy="142875"/>
          </a:xfrm>
          <a:prstGeom prst="rect">
            <a:avLst/>
          </a:prstGeom>
        </p:spPr>
      </p:pic>
      <p:pic>
        <p:nvPicPr>
          <p:cNvPr id="10" name="Picture 9" descr="image.png"/>
          <p:cNvPicPr>
            <a:picLocks noChangeAspect="1"/>
          </p:cNvPicPr>
          <p:nvPr/>
        </p:nvPicPr>
        <p:blipFill>
          <a:blip r:embed="rId6"/>
          <a:stretch>
            <a:fillRect/>
          </a:stretch>
        </p:blipFill>
        <p:spPr>
          <a:xfrm>
            <a:off x="4933950" y="4855666"/>
            <a:ext cx="142875" cy="142875"/>
          </a:xfrm>
          <a:prstGeom prst="rect">
            <a:avLst/>
          </a:prstGeom>
        </p:spPr>
      </p:pic>
      <p:pic>
        <p:nvPicPr>
          <p:cNvPr id="11" name="Picture 10" descr="image.png"/>
          <p:cNvPicPr>
            <a:picLocks noChangeAspect="1"/>
          </p:cNvPicPr>
          <p:nvPr/>
        </p:nvPicPr>
        <p:blipFill>
          <a:blip r:embed="rId7"/>
          <a:stretch>
            <a:fillRect/>
          </a:stretch>
        </p:blipFill>
        <p:spPr>
          <a:xfrm>
            <a:off x="7677150" y="4855666"/>
            <a:ext cx="142875" cy="142875"/>
          </a:xfrm>
          <a:prstGeom prst="rect">
            <a:avLst/>
          </a:prstGeom>
        </p:spPr>
      </p:pic>
      <p:sp>
        <p:nvSpPr>
          <p:cNvPr id="12" name="TextBox 11"/>
          <p:cNvSpPr txBox="1"/>
          <p:nvPr/>
        </p:nvSpPr>
        <p:spPr>
          <a:xfrm>
            <a:off x="590550" y="832491"/>
            <a:ext cx="11601450" cy="392415"/>
          </a:xfrm>
          <a:prstGeom prst="rect">
            <a:avLst/>
          </a:prstGeom>
          <a:noFill/>
        </p:spPr>
        <p:txBody>
          <a:bodyPr wrap="square" lIns="0" tIns="0" rIns="0" bIns="0" anchor="ctr">
            <a:spAutoFit/>
          </a:bodyPr>
          <a:lstStyle/>
          <a:p>
            <a:pPr algn="l"/>
            <a:r>
              <a:rPr lang="en-US" sz="2550" b="1" i="0" u="none" dirty="0">
                <a:solidFill>
                  <a:srgbClr val="0F172A"/>
                </a:solidFill>
                <a:latin typeface="Plus Jakarta Sans"/>
              </a:rPr>
              <a:t>  </a:t>
            </a:r>
            <a:r>
              <a:rPr sz="2550" b="1" i="0" u="none" dirty="0">
                <a:solidFill>
                  <a:srgbClr val="0F172A"/>
                </a:solidFill>
                <a:latin typeface="Plus Jakarta Sans"/>
              </a:rPr>
              <a:t>Conclusion &amp; Summary</a:t>
            </a:r>
          </a:p>
        </p:txBody>
      </p:sp>
      <p:sp>
        <p:nvSpPr>
          <p:cNvPr id="13" name="Rounded Rectangle 12"/>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882</Words>
  <Application>Microsoft Office PowerPoint</Application>
  <PresentationFormat>Widescreen</PresentationFormat>
  <Paragraphs>116</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Inter</vt:lpstr>
      <vt:lpstr>Inter SemiBold</vt:lpstr>
      <vt:lpstr>Plus Jakarta Sans</vt:lpstr>
      <vt:lpstr>Plus Jakarta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Collins  Mawulolo Agbledzorwu</cp:lastModifiedBy>
  <cp:revision>1</cp:revision>
  <dcterms:created xsi:type="dcterms:W3CDTF">2013-01-27T09:14:16Z</dcterms:created>
  <dcterms:modified xsi:type="dcterms:W3CDTF">2026-08-03T09:49:22Z</dcterms:modified>
  <cp:category/>
</cp:coreProperties>
</file>