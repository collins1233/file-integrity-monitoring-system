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3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lins  Mawulolo Agbledzorwu" userId="8d102745-5c2e-4513-8752-a608464896b7" providerId="ADAL" clId="{67D96C14-656E-41D3-AAF2-BBE765964A19}"/>
    <pc:docChg chg="custSel modSld">
      <pc:chgData name="Collins  Mawulolo Agbledzorwu" userId="8d102745-5c2e-4513-8752-a608464896b7" providerId="ADAL" clId="{67D96C14-656E-41D3-AAF2-BBE765964A19}" dt="2026-07-23T09:13:22.723" v="15" actId="1076"/>
      <pc:docMkLst>
        <pc:docMk/>
      </pc:docMkLst>
      <pc:sldChg chg="delSp modSp mod">
        <pc:chgData name="Collins  Mawulolo Agbledzorwu" userId="8d102745-5c2e-4513-8752-a608464896b7" providerId="ADAL" clId="{67D96C14-656E-41D3-AAF2-BBE765964A19}" dt="2026-07-23T09:12:45.948" v="12" actId="21"/>
        <pc:sldMkLst>
          <pc:docMk/>
          <pc:sldMk cId="0" sldId="259"/>
        </pc:sldMkLst>
        <pc:spChg chg="del mod">
          <ac:chgData name="Collins  Mawulolo Agbledzorwu" userId="8d102745-5c2e-4513-8752-a608464896b7" providerId="ADAL" clId="{67D96C14-656E-41D3-AAF2-BBE765964A19}" dt="2026-07-23T09:12:45.948" v="12" actId="21"/>
          <ac:spMkLst>
            <pc:docMk/>
            <pc:sldMk cId="0" sldId="259"/>
            <ac:spMk id="8" creationId="{00000000-0000-0000-0000-000000000000}"/>
          </ac:spMkLst>
        </pc:spChg>
        <pc:spChg chg="mod">
          <ac:chgData name="Collins  Mawulolo Agbledzorwu" userId="8d102745-5c2e-4513-8752-a608464896b7" providerId="ADAL" clId="{67D96C14-656E-41D3-AAF2-BBE765964A19}" dt="2026-07-23T09:12:27.423" v="10" actId="13926"/>
          <ac:spMkLst>
            <pc:docMk/>
            <pc:sldMk cId="0" sldId="259"/>
            <ac:spMk id="9" creationId="{00000000-0000-0000-0000-000000000000}"/>
          </ac:spMkLst>
        </pc:spChg>
        <pc:picChg chg="mod">
          <ac:chgData name="Collins  Mawulolo Agbledzorwu" userId="8d102745-5c2e-4513-8752-a608464896b7" providerId="ADAL" clId="{67D96C14-656E-41D3-AAF2-BBE765964A19}" dt="2026-07-23T09:12:07.017" v="8" actId="1038"/>
          <ac:picMkLst>
            <pc:docMk/>
            <pc:sldMk cId="0" sldId="259"/>
            <ac:picMk id="2" creationId="{00000000-0000-0000-0000-000000000000}"/>
          </ac:picMkLst>
        </pc:picChg>
      </pc:sldChg>
      <pc:sldChg chg="delSp modSp mod">
        <pc:chgData name="Collins  Mawulolo Agbledzorwu" userId="8d102745-5c2e-4513-8752-a608464896b7" providerId="ADAL" clId="{67D96C14-656E-41D3-AAF2-BBE765964A19}" dt="2026-07-23T09:12:56.764" v="14" actId="21"/>
        <pc:sldMkLst>
          <pc:docMk/>
          <pc:sldMk cId="0" sldId="260"/>
        </pc:sldMkLst>
        <pc:spChg chg="del mod">
          <ac:chgData name="Collins  Mawulolo Agbledzorwu" userId="8d102745-5c2e-4513-8752-a608464896b7" providerId="ADAL" clId="{67D96C14-656E-41D3-AAF2-BBE765964A19}" dt="2026-07-23T09:12:56.764" v="14" actId="21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Collins  Mawulolo Agbledzorwu" userId="8d102745-5c2e-4513-8752-a608464896b7" providerId="ADAL" clId="{67D96C14-656E-41D3-AAF2-BBE765964A19}" dt="2026-07-22T15:20:53.022" v="5" actId="1038"/>
        <pc:sldMkLst>
          <pc:docMk/>
          <pc:sldMk cId="0" sldId="265"/>
        </pc:sldMkLst>
        <pc:picChg chg="mod">
          <ac:chgData name="Collins  Mawulolo Agbledzorwu" userId="8d102745-5c2e-4513-8752-a608464896b7" providerId="ADAL" clId="{67D96C14-656E-41D3-AAF2-BBE765964A19}" dt="2026-07-22T15:20:53.022" v="5" actId="1038"/>
          <ac:picMkLst>
            <pc:docMk/>
            <pc:sldMk cId="0" sldId="265"/>
            <ac:picMk id="2" creationId="{00000000-0000-0000-0000-000000000000}"/>
          </ac:picMkLst>
        </pc:picChg>
        <pc:picChg chg="mod">
          <ac:chgData name="Collins  Mawulolo Agbledzorwu" userId="8d102745-5c2e-4513-8752-a608464896b7" providerId="ADAL" clId="{67D96C14-656E-41D3-AAF2-BBE765964A19}" dt="2026-07-22T15:20:48.712" v="4" actId="1076"/>
          <ac:picMkLst>
            <pc:docMk/>
            <pc:sldMk cId="0" sldId="265"/>
            <ac:picMk id="19" creationId="{00000000-0000-0000-0000-000000000000}"/>
          </ac:picMkLst>
        </pc:picChg>
        <pc:picChg chg="mod">
          <ac:chgData name="Collins  Mawulolo Agbledzorwu" userId="8d102745-5c2e-4513-8752-a608464896b7" providerId="ADAL" clId="{67D96C14-656E-41D3-AAF2-BBE765964A19}" dt="2026-07-22T15:20:44.812" v="3" actId="1076"/>
          <ac:picMkLst>
            <pc:docMk/>
            <pc:sldMk cId="0" sldId="265"/>
            <ac:picMk id="20" creationId="{00000000-0000-0000-0000-000000000000}"/>
          </ac:picMkLst>
        </pc:picChg>
        <pc:picChg chg="mod">
          <ac:chgData name="Collins  Mawulolo Agbledzorwu" userId="8d102745-5c2e-4513-8752-a608464896b7" providerId="ADAL" clId="{67D96C14-656E-41D3-AAF2-BBE765964A19}" dt="2026-07-22T15:20:41.522" v="2" actId="1076"/>
          <ac:picMkLst>
            <pc:docMk/>
            <pc:sldMk cId="0" sldId="265"/>
            <ac:picMk id="21" creationId="{00000000-0000-0000-0000-000000000000}"/>
          </ac:picMkLst>
        </pc:picChg>
        <pc:picChg chg="mod">
          <ac:chgData name="Collins  Mawulolo Agbledzorwu" userId="8d102745-5c2e-4513-8752-a608464896b7" providerId="ADAL" clId="{67D96C14-656E-41D3-AAF2-BBE765964A19}" dt="2026-07-22T15:20:39.053" v="1" actId="1076"/>
          <ac:picMkLst>
            <pc:docMk/>
            <pc:sldMk cId="0" sldId="265"/>
            <ac:picMk id="22" creationId="{00000000-0000-0000-0000-000000000000}"/>
          </ac:picMkLst>
        </pc:picChg>
        <pc:picChg chg="mod">
          <ac:chgData name="Collins  Mawulolo Agbledzorwu" userId="8d102745-5c2e-4513-8752-a608464896b7" providerId="ADAL" clId="{67D96C14-656E-41D3-AAF2-BBE765964A19}" dt="2026-07-22T15:20:35.862" v="0" actId="1076"/>
          <ac:picMkLst>
            <pc:docMk/>
            <pc:sldMk cId="0" sldId="265"/>
            <ac:picMk id="23" creationId="{00000000-0000-0000-0000-000000000000}"/>
          </ac:picMkLst>
        </pc:picChg>
      </pc:sldChg>
      <pc:sldChg chg="modSp mod">
        <pc:chgData name="Collins  Mawulolo Agbledzorwu" userId="8d102745-5c2e-4513-8752-a608464896b7" providerId="ADAL" clId="{67D96C14-656E-41D3-AAF2-BBE765964A19}" dt="2026-07-23T09:13:22.723" v="15" actId="1076"/>
        <pc:sldMkLst>
          <pc:docMk/>
          <pc:sldMk cId="0" sldId="267"/>
        </pc:sldMkLst>
        <pc:picChg chg="mod">
          <ac:chgData name="Collins  Mawulolo Agbledzorwu" userId="8d102745-5c2e-4513-8752-a608464896b7" providerId="ADAL" clId="{67D96C14-656E-41D3-AAF2-BBE765964A19}" dt="2026-07-23T09:13:22.723" v="15" actId="1076"/>
          <ac:picMkLst>
            <pc:docMk/>
            <pc:sldMk cId="0" sldId="267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7D5A79-DC5D-45E1-A08E-2E85AD4B9E23}" type="datetimeFigureOut">
              <a:rPr lang="en-GH" smtClean="0"/>
              <a:t>30/07/2026</a:t>
            </a:fld>
            <a:endParaRPr lang="en-G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6DB31F-7542-45F3-961D-F76FD7AF9CDF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970441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6DB31F-7542-45F3-961D-F76FD7AF9CDF}" type="slidenum">
              <a:rPr lang="en-GH" smtClean="0"/>
              <a:t>4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377886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23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7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32.png"/><Relationship Id="rId5" Type="http://schemas.openxmlformats.org/officeDocument/2006/relationships/image" Target="../media/image29.png"/><Relationship Id="rId10" Type="http://schemas.openxmlformats.org/officeDocument/2006/relationships/image" Target="../media/image31.png"/><Relationship Id="rId4" Type="http://schemas.openxmlformats.org/officeDocument/2006/relationships/image" Target="../media/image28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806" y="2563713"/>
            <a:ext cx="3100387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2965" y="3087588"/>
            <a:ext cx="8546068" cy="63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1" i="0" u="none">
                <a:solidFill>
                  <a:srgbClr val="F8FAFC"/>
                </a:solidFill>
                <a:latin typeface="Poppins"/>
              </a:rPr>
              <a:t>Compliance Support for FIMS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6443" y="3894236"/>
            <a:ext cx="813911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8BDF8"/>
                </a:solidFill>
                <a:latin typeface="Inter"/>
              </a:rPr>
              <a:t>File Integrity Monitoring System Alignment with Recognized Standards &amp; Frameworks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80623" y="2414587"/>
            <a:ext cx="6030753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oppins"/>
              </a:rPr>
              <a:t>FIMS Overview &amp;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309937"/>
            <a:ext cx="7143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8BDF8"/>
                </a:solidFill>
                <a:latin typeface="Inter"/>
              </a:rPr>
              <a:t>A lightweight cybersecurity solution enhancing operational visibility and file integrity assurance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86050"/>
            <a:ext cx="5353050" cy="2200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686050"/>
            <a:ext cx="5353050" cy="2200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3000375"/>
            <a:ext cx="4960620" cy="314325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Integrity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429000"/>
            <a:ext cx="472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Monitors critical files by generating reliable baselines using </a:t>
            </a:r>
            <a:r>
              <a:rPr sz="1200" b="1" i="0" u="none">
                <a:solidFill>
                  <a:srgbClr val="94A3B8"/>
                </a:solidFill>
                <a:latin typeface="Inter"/>
              </a:rPr>
              <a:t>SHA-256 cryptographic hashing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4000500"/>
            <a:ext cx="472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Detects unauthorized file modifications, additions, and deletions immediately during scheduled or on-demand integrity scans.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000375"/>
            <a:ext cx="4960620" cy="314325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Audit &amp;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429000"/>
            <a:ext cx="472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Maintains persistent </a:t>
            </a:r>
            <a:r>
              <a:rPr sz="1200" b="1" i="0" u="none">
                <a:solidFill>
                  <a:srgbClr val="94A3B8"/>
                </a:solidFill>
                <a:latin typeface="Inter"/>
              </a:rPr>
              <a:t>activity logs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to record change events for internal reviews and investigations.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4000500"/>
            <a:ext cx="472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Produces professional </a:t>
            </a:r>
            <a:r>
              <a:rPr sz="1200" b="1" i="0" u="none">
                <a:solidFill>
                  <a:srgbClr val="94A3B8"/>
                </a:solidFill>
                <a:latin typeface="Inter"/>
              </a:rPr>
              <a:t>PDF audit reports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and real-time browser notifications for elevated security awareness.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3048000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048000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3900" y="476250"/>
            <a:ext cx="1144143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Core Capabilities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476250"/>
            <a:ext cx="38100" cy="4857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4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476250"/>
            <a:ext cx="544068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PCI DSS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38100" cy="4857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190625"/>
            <a:ext cx="5334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PCI DSS Requirement: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Payment processors must protect critical system components and monitor sensitive files against unauthorized modifications.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055316"/>
            <a:ext cx="5334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FIMS strengthens operational security by establishing SHA-256 baselines, logging change events, and generating audit reports to catch suspicious file tampering.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034307"/>
            <a:ext cx="50292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CBD5E1"/>
                </a:solidFill>
                <a:latin typeface="Inter"/>
              </a:rPr>
              <a:t>Note:</a:t>
            </a:r>
            <a:r>
              <a:rPr sz="1050" b="0" i="0" u="none" dirty="0">
                <a:solidFill>
                  <a:srgbClr val="CBD5E1"/>
                </a:solidFill>
                <a:latin typeface="Inter"/>
              </a:rPr>
              <a:t> FIMS supports operational controls related to file integrity monitoring but does not replace a full PCI DSS compliance program.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2920007"/>
            <a:ext cx="28575" cy="5524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976437"/>
            <a:ext cx="535305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76437"/>
            <a:ext cx="5353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FIMS acts as a supporting technical control within an Information Security Management System (ISMS):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4129087"/>
            <a:ext cx="5048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BD5E1"/>
                </a:solidFill>
                <a:latin typeface="Inter"/>
              </a:rPr>
              <a:t>ISMS Role: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Serves as concrete supporting evidence for internal security reviews and external ISO/IEC 27001 audits.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014787"/>
            <a:ext cx="28575" cy="5524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" y="2547937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Preserves file integrity across critical operational environments.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909887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Detects unauthorized file tampering and unexpected modifications.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271837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Maintains audit logs for incident investigation and security reviews.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633787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Generates PDF reports providing concrete evidence for audits.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975" y="1985962"/>
            <a:ext cx="5334000" cy="3600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2519362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6B6D4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881312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6B6D4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3243262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6B6D4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3605212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6B6D4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476250"/>
            <a:ext cx="1144143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ISO/IEC 27001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476250"/>
            <a:ext cx="38100" cy="4857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46973" y="2414587"/>
            <a:ext cx="7220902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 dirty="0">
                <a:solidFill>
                  <a:srgbClr val="F8FAFC"/>
                </a:solidFill>
                <a:latin typeface="Poppins"/>
              </a:rPr>
              <a:t>NIST </a:t>
            </a:r>
            <a:r>
              <a:rPr sz="3900" b="1" i="0" u="none">
                <a:solidFill>
                  <a:srgbClr val="F8FAFC"/>
                </a:solidFill>
                <a:latin typeface="Poppins"/>
              </a:rPr>
              <a:t>Framework </a:t>
            </a:r>
            <a:r>
              <a:rPr lang="en-US" sz="3900" b="1" i="0" u="none">
                <a:solidFill>
                  <a:srgbClr val="F8FAFC"/>
                </a:solidFill>
                <a:latin typeface="Poppins"/>
              </a:rPr>
              <a:t>Alignment</a:t>
            </a:r>
            <a:endParaRPr sz="3900" b="1" i="0" u="none" dirty="0">
              <a:solidFill>
                <a:srgbClr val="F8FAFC"/>
              </a:solidFill>
              <a:latin typeface="Poppi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24125" y="3309937"/>
            <a:ext cx="7143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8BDF8"/>
                </a:solidFill>
                <a:latin typeface="Inter"/>
              </a:rPr>
              <a:t>Mapping FIMS security capabilities across the NIST Cybersecurity Framework (CSF)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38400"/>
            <a:ext cx="3530649" cy="2695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38400"/>
            <a:ext cx="3530649" cy="2695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38400"/>
            <a:ext cx="3530649" cy="2695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14625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400425"/>
            <a:ext cx="312710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Identify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829050"/>
            <a:ext cx="2978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Allows administrators to select folders containing critical files, create baseline hash profiles, and record metadata for verification.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14625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400425"/>
            <a:ext cx="312710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829050"/>
            <a:ext cx="2978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Primary Function: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SHA-256 hash checks detect modified, added, or deleted files, content differences, and hash mismatches.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14625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400425"/>
            <a:ext cx="312710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Respond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829050"/>
            <a:ext cx="2978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Alerts users via browser notifications, displays file comparisons, maintains logs, and generates PDF reports to aid response.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975" y="2828925"/>
            <a:ext cx="3429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1274" y="2828925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0524" y="2828925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3900" y="476250"/>
            <a:ext cx="1144143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NIST CSF Core Functions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476250"/>
            <a:ext cx="38100" cy="4857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7925"/>
            <a:ext cx="5353050" cy="2676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3100387"/>
            <a:ext cx="49530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1" i="0" u="none">
                <a:solidFill>
                  <a:srgbClr val="06B6D4"/>
                </a:solidFill>
                <a:latin typeface="Poppi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4243387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8FAFC"/>
                </a:solidFill>
                <a:latin typeface="Inter SemiBold"/>
              </a:rPr>
              <a:t>Core Supported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7450" y="2447925"/>
            <a:ext cx="562070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Comprehensive Detection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7450" y="2876550"/>
            <a:ext cx="5353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Detection is the central pillar of FIMS. The system performs continuous or scheduled SHA-256 verification to identify: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6050" y="3448050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Modified file content and hash mismatches.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6050" y="3810000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Newly added or unexpectedly deleted files.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6050" y="4171950"/>
            <a:ext cx="5124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Deep content differences in supported document types.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6050" y="4533900"/>
            <a:ext cx="5124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Activity logging and browser notification alerts for immediate awareness.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7450" y="3419475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6B6D4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7450" y="3781425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6B6D4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7450" y="4143375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6B6D4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7450" y="4505325"/>
            <a:ext cx="114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06B6D4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476250"/>
            <a:ext cx="1144143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Primary Focus: Detect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476250"/>
            <a:ext cx="38100" cy="4857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38400"/>
            <a:ext cx="3530649" cy="2695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38400"/>
            <a:ext cx="3530649" cy="2695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38400"/>
            <a:ext cx="3530649" cy="2695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14625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400425"/>
            <a:ext cx="312710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CIS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829050"/>
            <a:ext cx="2978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Supports continuous monitoring recommendations by tracking critical files, logging integrity events, and enabling investigations.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14625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400425"/>
            <a:ext cx="312710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Audit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829050"/>
            <a:ext cx="29781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Generates detailed PDF audit reports and maintains immutable activity logs required for formal compliance reviews.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14625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400425"/>
            <a:ext cx="312710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Operational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829050"/>
            <a:ext cx="2978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Provides side-by-side file comparison capabilities and historical change evidence to accelerate incident investigations.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975" y="2828925"/>
            <a:ext cx="3429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1274" y="2828925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0524" y="2828925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3900" y="476250"/>
            <a:ext cx="1144143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CIS Controls &amp; Operations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476250"/>
            <a:ext cx="38100" cy="4857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152650"/>
          <a:ext cx="11029949" cy="3267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2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36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4512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Standard / Framework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2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Level of Support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2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FIMS System Contribution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2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51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Inter"/>
                        </a:rPr>
                        <a:t>PCI DSS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Supports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File integrity monitoring, SHA-256 hashing, activity logs, audit reports.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51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Inter"/>
                        </a:rPr>
                        <a:t>ISO/IEC 27001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Supports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Integrity verification, monitoring controls, and audit evidence generation.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51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Inter"/>
                        </a:rPr>
                        <a:t>NIST CSF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Strong Alignment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Primarily supports Detect function; contributes to Identify and Respond.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51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Inter"/>
                        </a:rPr>
                        <a:t>CIS Controls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Supports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Continuous file monitoring, change detection, and security logging.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51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Inter"/>
                        </a:rPr>
                        <a:t>GDPR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Limited Support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Detects unauthorized changes to data files (no privacy controls).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2695575"/>
            <a:ext cx="2532459" cy="9525"/>
          </a:xfrm>
          <a:prstGeom prst="rect">
            <a:avLst/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113484" y="2695575"/>
            <a:ext cx="1943844" cy="9525"/>
          </a:xfrm>
          <a:prstGeom prst="rect">
            <a:avLst/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57328" y="2695575"/>
            <a:ext cx="6553646" cy="9525"/>
          </a:xfrm>
          <a:prstGeom prst="rect">
            <a:avLst/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3238500"/>
            <a:ext cx="2532459" cy="9525"/>
          </a:xfrm>
          <a:prstGeom prst="rect">
            <a:avLst/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13484" y="3238500"/>
            <a:ext cx="1943844" cy="9525"/>
          </a:xfrm>
          <a:prstGeom prst="rect">
            <a:avLst/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57328" y="3238500"/>
            <a:ext cx="6553646" cy="9525"/>
          </a:xfrm>
          <a:prstGeom prst="rect">
            <a:avLst/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3781425"/>
            <a:ext cx="2532459" cy="9525"/>
          </a:xfrm>
          <a:prstGeom prst="rect">
            <a:avLst/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13484" y="3781425"/>
            <a:ext cx="1943844" cy="9525"/>
          </a:xfrm>
          <a:prstGeom prst="rect">
            <a:avLst/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57328" y="3781425"/>
            <a:ext cx="6553646" cy="9525"/>
          </a:xfrm>
          <a:prstGeom prst="rect">
            <a:avLst/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4324350"/>
            <a:ext cx="2532459" cy="9525"/>
          </a:xfrm>
          <a:prstGeom prst="rect">
            <a:avLst/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13484" y="4324350"/>
            <a:ext cx="1943844" cy="9525"/>
          </a:xfrm>
          <a:prstGeom prst="rect">
            <a:avLst/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57328" y="4324350"/>
            <a:ext cx="6553646" cy="9525"/>
          </a:xfrm>
          <a:prstGeom prst="rect">
            <a:avLst/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4867275"/>
            <a:ext cx="2532459" cy="9525"/>
          </a:xfrm>
          <a:prstGeom prst="rect">
            <a:avLst/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113484" y="4867275"/>
            <a:ext cx="1943844" cy="9525"/>
          </a:xfrm>
          <a:prstGeom prst="rect">
            <a:avLst/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57328" y="4867275"/>
            <a:ext cx="6553646" cy="9525"/>
          </a:xfrm>
          <a:prstGeom prst="rect">
            <a:avLst/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484" y="2857500"/>
            <a:ext cx="75247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483" y="3419475"/>
            <a:ext cx="75247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3484" y="3971925"/>
            <a:ext cx="1247775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484" y="4486275"/>
            <a:ext cx="752475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3484" y="5010150"/>
            <a:ext cx="1152525" cy="2476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3900" y="476250"/>
            <a:ext cx="1144143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Compliance Summary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476250"/>
            <a:ext cx="38100" cy="4857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24100"/>
            <a:ext cx="3530649" cy="2924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24100"/>
            <a:ext cx="3530649" cy="2924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24100"/>
            <a:ext cx="3530649" cy="2924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600325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286125"/>
            <a:ext cx="312710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Digital Snapshots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14750"/>
            <a:ext cx="29781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Like a digital security seal: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FIMS takes precise "fingerprints" of important business files and alerts leadership immediately if any file is secretly changed, added, or deleted.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600325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286125"/>
            <a:ext cx="312710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Proof for Auditors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714750"/>
            <a:ext cx="29781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Proof on demand: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Automatically generates official PDF reports and clear activity logs that prove to external auditors your files are continuously protected and watched.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600325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286125"/>
            <a:ext cx="312710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Compliance Checkmarks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714750"/>
            <a:ext cx="29781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Fulfills mandatory rules: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Satisfies mandatory file monitoring rules for PCI DSS, ISO 27001, and NIST standards without complex technical overhead or disruption.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2714625"/>
            <a:ext cx="3048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1274" y="2714625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8624" y="2714625"/>
            <a:ext cx="2286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3900" y="476250"/>
            <a:ext cx="1144143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Compliance Made Simple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476250"/>
            <a:ext cx="38100" cy="4857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367" y="2113492"/>
            <a:ext cx="51054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476250"/>
            <a:ext cx="116014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F8FAFC"/>
                </a:solidFill>
                <a:latin typeface="Poppin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400175"/>
            <a:ext cx="11049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8BDF8"/>
                </a:solidFill>
                <a:latin typeface="Inter"/>
              </a:rPr>
              <a:t>Thank you for your time and attention.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543175" y="3019425"/>
            <a:ext cx="71056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43175" y="3781425"/>
            <a:ext cx="71056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43175" y="3781425"/>
            <a:ext cx="71056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175" y="316230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38550" y="3169443"/>
            <a:ext cx="60102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https://www.dnsstuff.com/wp-content/uploads/2024/11/fim1.jpg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8550" y="3402806"/>
            <a:ext cx="60102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 dirty="0">
                <a:solidFill>
                  <a:srgbClr val="4F46E5"/>
                </a:solidFill>
                <a:latin typeface="Inter"/>
              </a:rPr>
              <a:t>www.dnsstuff.com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175" y="393382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38550" y="3940968"/>
            <a:ext cx="60102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https://www.fortinet.com/content/dam/fortinet/images/cyberglossary/6-types-of-security-audits1.png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8550" y="4174331"/>
            <a:ext cx="60102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www.fortinet.com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76250"/>
            <a:ext cx="1144143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38100" cy="4857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694</Words>
  <Application>Microsoft Office PowerPoint</Application>
  <PresentationFormat>Widescreen</PresentationFormat>
  <Paragraphs>89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Calibri</vt:lpstr>
      <vt:lpstr>Inter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Collins  Mawulolo Agbledzorwu</cp:lastModifiedBy>
  <cp:revision>3</cp:revision>
  <dcterms:created xsi:type="dcterms:W3CDTF">2013-01-27T09:14:16Z</dcterms:created>
  <dcterms:modified xsi:type="dcterms:W3CDTF">2026-07-30T10:44:58Z</dcterms:modified>
  <cp:category/>
</cp:coreProperties>
</file>